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decb8c9224c60" /><Relationship Type="http://schemas.openxmlformats.org/officeDocument/2006/relationships/extended-properties" Target="/docProps/app.xml" Id="R955d32edebb24eb2" /><Relationship Type="http://schemas.openxmlformats.org/officeDocument/2006/relationships/officeDocument" Target="/ppt/presentation.xml" Id="R046112a8600e48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98f649c3a49d4"/>
  </p:sldMasterIdLst>
  <p:notesMasterIdLst>
    <p:notesMasterId xmlns:r="http://schemas.openxmlformats.org/officeDocument/2006/relationships" r:id="Rd27b380b9c1a4e40"/>
  </p:notesMasterIdLst>
  <p:sldIdLst>
    <p:sldId xmlns:r="http://schemas.openxmlformats.org/officeDocument/2006/relationships" id="256" r:id="R05e06ed19f6647e1"/>
    <p:sldId xmlns:r="http://schemas.openxmlformats.org/officeDocument/2006/relationships" id="257" r:id="R739f1d5d5704406a"/>
    <p:sldId xmlns:r="http://schemas.openxmlformats.org/officeDocument/2006/relationships" id="258" r:id="R6149c6064cd945e1"/>
    <p:sldId xmlns:r="http://schemas.openxmlformats.org/officeDocument/2006/relationships" id="259" r:id="Rad276493390a46f7"/>
    <p:sldId xmlns:r="http://schemas.openxmlformats.org/officeDocument/2006/relationships" id="260" r:id="Re14681557acf422a"/>
    <p:sldId xmlns:r="http://schemas.openxmlformats.org/officeDocument/2006/relationships" id="261" r:id="Rc407c2fb07744ee8"/>
    <p:sldId xmlns:r="http://schemas.openxmlformats.org/officeDocument/2006/relationships" id="262" r:id="R1b060aa41e804e3d"/>
    <p:sldId xmlns:r="http://schemas.openxmlformats.org/officeDocument/2006/relationships" id="263" r:id="R4429a6830f10481f"/>
    <p:sldId xmlns:r="http://schemas.openxmlformats.org/officeDocument/2006/relationships" id="264" r:id="Rc84a92d7df0a4d54"/>
    <p:sldId xmlns:r="http://schemas.openxmlformats.org/officeDocument/2006/relationships" id="265" r:id="R6406059558bb4e3a"/>
    <p:sldId xmlns:r="http://schemas.openxmlformats.org/officeDocument/2006/relationships" id="266" r:id="Ra4d3d6e8a31c4643"/>
    <p:sldId xmlns:r="http://schemas.openxmlformats.org/officeDocument/2006/relationships" id="267" r:id="Ra3981e3ef44e4968"/>
    <p:sldId xmlns:r="http://schemas.openxmlformats.org/officeDocument/2006/relationships" id="268" r:id="R3be996be691441f2"/>
    <p:sldId xmlns:r="http://schemas.openxmlformats.org/officeDocument/2006/relationships" id="269" r:id="Rf3eb56d300d54600"/>
    <p:sldId xmlns:r="http://schemas.openxmlformats.org/officeDocument/2006/relationships" id="270" r:id="R74d0da257e604187"/>
    <p:sldId xmlns:r="http://schemas.openxmlformats.org/officeDocument/2006/relationships" id="271" r:id="R990f8b47ab0e4e59"/>
    <p:sldId xmlns:r="http://schemas.openxmlformats.org/officeDocument/2006/relationships" id="272" r:id="Rcc6ad104a10440d7"/>
    <p:sldId xmlns:r="http://schemas.openxmlformats.org/officeDocument/2006/relationships" id="273" r:id="Rad2ca0d03d124385"/>
    <p:sldId xmlns:r="http://schemas.openxmlformats.org/officeDocument/2006/relationships" id="274" r:id="R6b0407b4ed2b4508"/>
    <p:sldId xmlns:r="http://schemas.openxmlformats.org/officeDocument/2006/relationships" id="275" r:id="Re5af00a2775e4f3e"/>
    <p:sldId xmlns:r="http://schemas.openxmlformats.org/officeDocument/2006/relationships" id="276" r:id="R1016ae3788574485"/>
    <p:sldId xmlns:r="http://schemas.openxmlformats.org/officeDocument/2006/relationships" id="277" r:id="R07b1904349d64a42"/>
    <p:sldId xmlns:r="http://schemas.openxmlformats.org/officeDocument/2006/relationships" id="278" r:id="Rd174328b713a4341"/>
    <p:sldId xmlns:r="http://schemas.openxmlformats.org/officeDocument/2006/relationships" id="279" r:id="R71d7bb58540b4a3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b6dc1dddf34018" /><Relationship Type="http://schemas.openxmlformats.org/officeDocument/2006/relationships/slideMaster" Target="/ppt/slideMasters/slideMaster1.xml" Id="R1d498f649c3a49d4" /><Relationship Type="http://schemas.openxmlformats.org/officeDocument/2006/relationships/notesMaster" Target="/ppt/notesMasters/notesMaster1.xml" Id="Rd27b380b9c1a4e40" /><Relationship Type="http://schemas.openxmlformats.org/officeDocument/2006/relationships/presProps" Target="/ppt/presProps.xml" Id="R653c1602b0ba42df" /><Relationship Type="http://schemas.openxmlformats.org/officeDocument/2006/relationships/viewProps" Target="/ppt/viewProps.xml" Id="R3689943f8b2e4e09" /><Relationship Type="http://schemas.openxmlformats.org/officeDocument/2006/relationships/tableStyles" Target="/ppt/tableStyles.xml" Id="R4b3604b2079c415f" /><Relationship Type="http://schemas.openxmlformats.org/officeDocument/2006/relationships/slide" Target="/ppt/slides/slide1.xml" Id="R05e06ed19f6647e1" /><Relationship Type="http://schemas.openxmlformats.org/officeDocument/2006/relationships/slide" Target="/ppt/slides/slide2.xml" Id="R739f1d5d5704406a" /><Relationship Type="http://schemas.openxmlformats.org/officeDocument/2006/relationships/slide" Target="/ppt/slides/slide3.xml" Id="R6149c6064cd945e1" /><Relationship Type="http://schemas.openxmlformats.org/officeDocument/2006/relationships/slide" Target="/ppt/slides/slide4.xml" Id="Rad276493390a46f7" /><Relationship Type="http://schemas.openxmlformats.org/officeDocument/2006/relationships/slide" Target="/ppt/slides/slide5.xml" Id="Re14681557acf422a" /><Relationship Type="http://schemas.openxmlformats.org/officeDocument/2006/relationships/slide" Target="/ppt/slides/slide6.xml" Id="Rc407c2fb07744ee8" /><Relationship Type="http://schemas.openxmlformats.org/officeDocument/2006/relationships/slide" Target="/ppt/slides/slide7.xml" Id="R1b060aa41e804e3d" /><Relationship Type="http://schemas.openxmlformats.org/officeDocument/2006/relationships/slide" Target="/ppt/slides/slide8.xml" Id="R4429a6830f10481f" /><Relationship Type="http://schemas.openxmlformats.org/officeDocument/2006/relationships/slide" Target="/ppt/slides/slide9.xml" Id="Rc84a92d7df0a4d54" /><Relationship Type="http://schemas.openxmlformats.org/officeDocument/2006/relationships/slide" Target="/ppt/slides/slide10.xml" Id="R6406059558bb4e3a" /><Relationship Type="http://schemas.openxmlformats.org/officeDocument/2006/relationships/slide" Target="/ppt/slides/slide11.xml" Id="Ra4d3d6e8a31c4643" /><Relationship Type="http://schemas.openxmlformats.org/officeDocument/2006/relationships/slide" Target="/ppt/slides/slide12.xml" Id="Ra3981e3ef44e4968" /><Relationship Type="http://schemas.openxmlformats.org/officeDocument/2006/relationships/slide" Target="/ppt/slides/slide13.xml" Id="R3be996be691441f2" /><Relationship Type="http://schemas.openxmlformats.org/officeDocument/2006/relationships/slide" Target="/ppt/slides/slide14.xml" Id="Rf3eb56d300d54600" /><Relationship Type="http://schemas.openxmlformats.org/officeDocument/2006/relationships/slide" Target="/ppt/slides/slide15.xml" Id="R74d0da257e604187" /><Relationship Type="http://schemas.openxmlformats.org/officeDocument/2006/relationships/slide" Target="/ppt/slides/slide16.xml" Id="R990f8b47ab0e4e59" /><Relationship Type="http://schemas.openxmlformats.org/officeDocument/2006/relationships/slide" Target="/ppt/slides/slide17.xml" Id="Rcc6ad104a10440d7" /><Relationship Type="http://schemas.openxmlformats.org/officeDocument/2006/relationships/slide" Target="/ppt/slides/slide18.xml" Id="Rad2ca0d03d124385" /><Relationship Type="http://schemas.openxmlformats.org/officeDocument/2006/relationships/slide" Target="/ppt/slides/slide19.xml" Id="R6b0407b4ed2b4508" /><Relationship Type="http://schemas.openxmlformats.org/officeDocument/2006/relationships/slide" Target="/ppt/slides/slide20.xml" Id="Re5af00a2775e4f3e" /><Relationship Type="http://schemas.openxmlformats.org/officeDocument/2006/relationships/slide" Target="/ppt/slides/slide21.xml" Id="R1016ae3788574485" /><Relationship Type="http://schemas.openxmlformats.org/officeDocument/2006/relationships/slide" Target="/ppt/slides/slide22.xml" Id="R07b1904349d64a42" /><Relationship Type="http://schemas.openxmlformats.org/officeDocument/2006/relationships/slide" Target="/ppt/slides/slide23.xml" Id="Rd174328b713a4341" /><Relationship Type="http://schemas.openxmlformats.org/officeDocument/2006/relationships/slide" Target="/ppt/slides/slide24.xml" Id="R71d7bb58540b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25f1378cb3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535315a5d04051" /><Relationship Type="http://schemas.openxmlformats.org/officeDocument/2006/relationships/notesMaster" Target="/ppt/notesMasters/notesMaster1.xml" Id="Rce4d4419455f44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f095f8b684658" /><Relationship Type="http://schemas.openxmlformats.org/officeDocument/2006/relationships/notesMaster" Target="/ppt/notesMasters/notesMaster1.xml" Id="Rc8cc7cdd2a0e40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04830ee5e049ec" /><Relationship Type="http://schemas.openxmlformats.org/officeDocument/2006/relationships/notesMaster" Target="/ppt/notesMasters/notesMaster1.xml" Id="R60646138d65f4d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bd389a3584d10" /><Relationship Type="http://schemas.openxmlformats.org/officeDocument/2006/relationships/notesMaster" Target="/ppt/notesMasters/notesMaster1.xml" Id="R7226a816d2d1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03a9575a8e4767" /><Relationship Type="http://schemas.openxmlformats.org/officeDocument/2006/relationships/notesMaster" Target="/ppt/notesMasters/notesMaster1.xml" Id="R4003e2470c5b44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efb6c604b4568" /><Relationship Type="http://schemas.openxmlformats.org/officeDocument/2006/relationships/notesMaster" Target="/ppt/notesMasters/notesMaster1.xml" Id="R5ac1cf721f1243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94d9b14d98431e" /><Relationship Type="http://schemas.openxmlformats.org/officeDocument/2006/relationships/notesMaster" Target="/ppt/notesMasters/notesMaster1.xml" Id="R65cbbf80ed75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01ce47211a4655" /><Relationship Type="http://schemas.openxmlformats.org/officeDocument/2006/relationships/notesMaster" Target="/ppt/notesMasters/notesMaster1.xml" Id="Rdcc0556b582d41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17f2307d0c4e4b" /><Relationship Type="http://schemas.openxmlformats.org/officeDocument/2006/relationships/notesMaster" Target="/ppt/notesMasters/notesMaster1.xml" Id="Rb43d4a290d6c44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9385ede6eb4f68" /><Relationship Type="http://schemas.openxmlformats.org/officeDocument/2006/relationships/notesMaster" Target="/ppt/notesMasters/notesMaster1.xml" Id="R4f9d096b085644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d30df26df6498a" /><Relationship Type="http://schemas.openxmlformats.org/officeDocument/2006/relationships/notesMaster" Target="/ppt/notesMasters/notesMaster1.xml" Id="Rf5aa86c27a664e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f7fbbb42f34948" /><Relationship Type="http://schemas.openxmlformats.org/officeDocument/2006/relationships/notesMaster" Target="/ppt/notesMasters/notesMaster1.xml" Id="R29ce97b108be4e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114e6998814a79" /><Relationship Type="http://schemas.openxmlformats.org/officeDocument/2006/relationships/notesMaster" Target="/ppt/notesMasters/notesMaster1.xml" Id="R375734f7225542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3101953d0144ae" /><Relationship Type="http://schemas.openxmlformats.org/officeDocument/2006/relationships/notesMaster" Target="/ppt/notesMasters/notesMaster1.xml" Id="R2f13fbac08de44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78cbd6fc014496" /><Relationship Type="http://schemas.openxmlformats.org/officeDocument/2006/relationships/notesMaster" Target="/ppt/notesMasters/notesMaster1.xml" Id="R416d08ef967749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2554b2aacf435b" /><Relationship Type="http://schemas.openxmlformats.org/officeDocument/2006/relationships/notesMaster" Target="/ppt/notesMasters/notesMaster1.xml" Id="R12711f1e86c446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7c9729f72b46c8" /><Relationship Type="http://schemas.openxmlformats.org/officeDocument/2006/relationships/notesMaster" Target="/ppt/notesMasters/notesMaster1.xml" Id="Raa739c766ae54b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a3288c9a0c4d89" /><Relationship Type="http://schemas.openxmlformats.org/officeDocument/2006/relationships/notesMaster" Target="/ppt/notesMasters/notesMaster1.xml" Id="R3f480ef5f61a4b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370a1cc5b84790" /><Relationship Type="http://schemas.openxmlformats.org/officeDocument/2006/relationships/notesMaster" Target="/ppt/notesMasters/notesMaster1.xml" Id="Rb47f4b34356740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46d60cca5e4a1c" /><Relationship Type="http://schemas.openxmlformats.org/officeDocument/2006/relationships/notesMaster" Target="/ppt/notesMasters/notesMaster1.xml" Id="R0699e1ea4bd142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1db6c1552d4933" /><Relationship Type="http://schemas.openxmlformats.org/officeDocument/2006/relationships/notesMaster" Target="/ppt/notesMasters/notesMaster1.xml" Id="Re28ac9d9df9d47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8db3f73d6b4762" /><Relationship Type="http://schemas.openxmlformats.org/officeDocument/2006/relationships/notesMaster" Target="/ppt/notesMasters/notesMaster1.xml" Id="Rda8ca857c2074f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ead05b79bb74d3d" /><Relationship Type="http://schemas.openxmlformats.org/officeDocument/2006/relationships/notesMaster" Target="/ppt/notesMasters/notesMaster1.xml" Id="R902d99af1c5447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c279a5f8a944ca" /><Relationship Type="http://schemas.openxmlformats.org/officeDocument/2006/relationships/notesMaster" Target="/ppt/notesMasters/notesMaster1.xml" Id="R19cf3e87b61b4c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{"id": 2, "label": "2차시", "title": "AI가 한 말 판단하기", "tasks": [{"title": "내 판단 표시하기", "instruction": "AI가 한 말 여섯 개를 읽고 ○ × △ ? 중 하나에 동그라미 해요.", "tip": "확인한 자료가 없으면 ?로 남겨도 좋아요."}, {"title": "의심한 문장 고르기", "instruction": "더 확인하고 싶은 문장 번호 하나와 궁금한 낱말을 적어요.", "tip": "왜 의심했는지 친구에게 말해요. 정답은 아직 공개하지 않아요."}, {"title": "찾아볼 자료 정하기", "instruction": "어느 기관 자료에서 확인할지 고르고 검색할 낱말을 적어요.", "tip": "1 국가유산청 · 2 국립박물관 · 3 국사편찬위원회 · 4 기타"}]}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 번호는 활동지와 웹 화면의 선택 번호입니다. 신뢰도 순위가 아닙니다. 활동지 3번에는 확인할 기관과 검색어를 적고, 실제 확인은 3차시에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누가 만든 자료인가? 시기: 사건 시기와 자료 작성 시기는? 교차: 다른 자료에서도 같은가? 원본: 원문과 사진에서 확인되는가? 네 기준을 다 충족했다고 기계적으로 표시하지 않고 직접 확인한 범위만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{"id": 3, "label": "3차시", "title": "자료에서 확인하고 고쳐 말하기", "tasks": [{"title": "자료를 만든 곳 확인하기", "instruction": "지난 시간에 고른 문장을 확인할 공식 자료를 열어요.", "tip": "자료 제목과 만든 기관을 확인해요. 검색 결과 제목만 보고 판단하지 않아요."}, {"title": "읽은 자료와 비교하기", "instruction": "자료에서 찾은 말과 AI 문장을 비교하고 판단을 다시 표시해요.", "tip": "출처·시기·교차·원본을 살펴요. 찾지 못한 것은 ?로 남겨요."}, {"title": "고친 말 한 문장 남기기", "instruction": "자료로 확인한 범위만 한 문장으로 쓰고 출처와 함께 말해요.", "tip": "2차시 활동지와 오늘 기록을 다음 시간에도 가져와요."}]}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"세종은 1443년에 새 글자를 만들었습니다.",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"세종실록에 1443년 새 글자 창제 기록이 있습니다.",</a:t>
            </a:r>
          </a:p>
          <a:p xmlns:a="http://schemas.openxmlformats.org/drawingml/2006/main">
            <a:r>
              <a:t>    "훈민정음 1443 세종"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"1446년에는 새 글자의 원리와 사용법을 설명한 훈민정음 해례가 펴내졌습니다.",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"1446년 반포와 해례 간행이 확인됩니다.",</a:t>
            </a:r>
          </a:p>
          <a:p xmlns:a="http://schemas.openxmlformats.org/drawingml/2006/main">
            <a:r>
              <a:t>    "훈민정음 해례 1446"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"처음 만든 훈민정음 글자는 모두 28자였습니다.",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"처음 만든 글자는 초성 17자와 중성 11자입니다.",</a:t>
            </a:r>
          </a:p>
          <a:p xmlns:a="http://schemas.openxmlformats.org/drawingml/2006/main">
            <a:r>
              <a:t>    "훈민정음 처음 28자"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"집현전 학자들이 글자를 모두 만들었고 세종은 이름만 붙였습니다.",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"글자 창제의 주체는 세종이며 학자들은 해설 등에 참여했습니다.",</a:t>
            </a:r>
          </a:p>
          <a:p xmlns:a="http://schemas.openxmlformats.org/drawingml/2006/main">
            <a:r>
              <a:t>    "세종 훈민정음 친제"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"훈민정음 해례본의 설명과 예시 작성에는 집현전 학자들이 참여했습니다.",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"정인지 등 집현전 학자들이 해례와 서문 작성에 참여했습니다.",</a:t>
            </a:r>
          </a:p>
          <a:p xmlns:a="http://schemas.openxmlformats.org/drawingml/2006/main">
            <a:r>
              <a:t>    "훈민정음 해례 집현전"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"각 글자를 정확히 어느 학자가 한 자씩 만들었는지 개인별 명단이 모두 남아 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"글자별 담당자를 적은 개인 명단은 확인되지 않습니다.",</a:t>
            </a:r>
          </a:p>
          <a:p xmlns:a="http://schemas.openxmlformats.org/drawingml/2006/main">
            <a:r>
              <a:t>    "훈민정음 글자별 만든 사람"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"한 임금의 실록은 그 임금이 세상을 떠난 뒤 임시로 설치한 실록청에서 편찬했습니다.",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"실록 편찬 시기와 실록청 운영이 공식 자료에 나옵니다.",</a:t>
            </a:r>
          </a:p>
          <a:p xmlns:a="http://schemas.openxmlformats.org/drawingml/2006/main">
            <a:r>
              <a:t>    "실록 왕 사후 실록청"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"사관이 남긴 기록과 여러 자료를 모아 실록을 만들었습니다.",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"사초·시정기 등을 바탕으로 편찬했습니다.",</a:t>
            </a:r>
          </a:p>
          <a:p xmlns:a="http://schemas.openxmlformats.org/drawingml/2006/main">
            <a:r>
              <a:t>    "실록 사관 사초"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"조선의 임금은 매일 밤 자기 손으로 그날의 실록을 직접 썼습니다.",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"사관의 기록을 바탕으로 후대에 편찬했습니다.",</a:t>
            </a:r>
          </a:p>
          <a:p xmlns:a="http://schemas.openxmlformats.org/drawingml/2006/main">
            <a:r>
              <a:t>    "조선왕조실록 누가 썼나"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https://contents.history.go.kr/mobile/eh/view.do?code=eh_age_30&amp;levelId=eh_r0250_0010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"실록은 사고라는 여러 보관소에 나누어 두어 한 곳의 사고에 대비했습니다.",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"여러 사고에 복사본을 분산 보관했습니다.",</a:t>
            </a:r>
          </a:p>
          <a:p xmlns:a="http://schemas.openxmlformats.org/drawingml/2006/main">
            <a:r>
              <a:t>    "실록 사고 보관"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"임진왜란 때 전국의 실록이 모두 안전하게 남아 한 권도 잃지 않았습니다.",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"여러 사고본이 소실되고 전주 사고본이 살아남았습니다.",</a:t>
            </a:r>
          </a:p>
          <a:p xmlns:a="http://schemas.openxmlformats.org/drawingml/2006/main">
            <a:r>
              <a:t>    "임진왜란 전주 사고본"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"전주 사고에 있던 실록은 전쟁 뒤 실록을 다시 만드는 중요한 바탕이 되었습니다.",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"전주 사고본을 토대로 여러 부를 다시 인쇄했습니다.",</a:t>
            </a:r>
          </a:p>
          <a:p xmlns:a="http://schemas.openxmlformats.org/drawingml/2006/main">
            <a:r>
              <a:t>    "전주 사고본 복원"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https://contents.history.go.kr/mobile/eh/view.do?code=eh_age_30&amp;levelId=eh_r0250_0010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"수원 화성은 정조 때인 1794년에 공사를 시작해 1796년에 완성되었습니다.",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"공사 기간은 공식 자료에서 확인됩니다.",</a:t>
            </a:r>
          </a:p>
          <a:p xmlns:a="http://schemas.openxmlformats.org/drawingml/2006/main">
            <a:r>
              <a:t>    "수원 화성 1794 1796"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"정약용은 화성 설계와 공사 방법을 마련하고 거중기 같은 도구 사용에 기여했습니다.",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"정약용의 설계와 기계 활용이 공식 안내에 설명되어 있습니다.",</a:t>
            </a:r>
          </a:p>
          <a:p xmlns:a="http://schemas.openxmlformats.org/drawingml/2006/main">
            <a:r>
              <a:t>    "정약용 화성 거중기"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"수원 화성은 거중기 한 대가 혼자 모든 돌을 옮겨 한 달 만에 완성했습니다.",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"많은 인력·도구·공정이 필요했고 약 2년 반 동안 진행되었습니다.",</a:t>
            </a:r>
          </a:p>
          <a:p xmlns:a="http://schemas.openxmlformats.org/drawingml/2006/main">
            <a:r>
              <a:t>    "화성 공사 기간 인력"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https://whc.unesco.org/en/list/817/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"거중기 덕분에 공사 기간이 정확히 10년에서 34개월로 줄었다는 숫자는 당시 기록으로 완전히 증명되었습니다.",</a:t>
            </a:r>
          </a:p>
          <a:p xmlns:a="http://schemas.openxmlformats.org/drawingml/2006/main">
            <a:r>
              <a:t>    "△ 근거 부족·과장됨",</a:t>
            </a:r>
          </a:p>
          <a:p xmlns:a="http://schemas.openxmlformats.org/drawingml/2006/main">
            <a:r>
              <a:t>    "거중기의 기여는 확인되지만 특정 단축 수치의 출처를 따져야 합니다.",</a:t>
            </a:r>
          </a:p>
          <a:p xmlns:a="http://schemas.openxmlformats.org/drawingml/2006/main">
            <a:r>
              <a:t>    "거중기 기간 단축 근거"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"화성성역의궤에는 공사 과정, 재료, 인력과 비용에 관한 자세한 기록이 남아 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"의궤가 건축 과정을 상세히 전합니다.",</a:t>
            </a:r>
          </a:p>
          <a:p xmlns:a="http://schemas.openxmlformats.org/drawingml/2006/main">
            <a:r>
              <a:t>    "화성성역의궤 공사 기록"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"수원 화성은 조선과 관계없는 유럽 건축가가 혼자 설계했습니다.",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"정조의 계획 아래 정약용 등 조선의 인물과 기술이 참여했습니다.",</a:t>
            </a:r>
          </a:p>
          <a:p xmlns:a="http://schemas.openxmlformats.org/drawingml/2006/main">
            <a:r>
              <a:t>    "수원 화성 설계"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https://whc.unesco.org/en/list/817/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"자격루는 물의 흐름과 기계 장치를 이용해 자동으로 시간을 알리는 물시계였습니다.",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"자동 물시계의 구조와 역할을 확인할 수 있습니다.",</a:t>
            </a:r>
          </a:p>
          <a:p xmlns:a="http://schemas.openxmlformats.org/drawingml/2006/main">
            <a:r>
              <a:t>    "자격루 자동 물시계"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"앙부일구는 해의 위치에 따라 생기는 그림자로 시간을 읽는 해시계입니다.",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"해 그림자와 시각선으로 시간을 읽습니다.",</a:t>
            </a:r>
          </a:p>
          <a:p xmlns:a="http://schemas.openxmlformats.org/drawingml/2006/main">
            <a:r>
              <a:t>    "앙부일구 해 그림자"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"장영실은 여러 과학 기구를 아무 도움 없이 혼자 설계하고 제작했습니다.",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"세종의 지원 아래 여러 학자와 기술자가 함께 참여했습니다.",</a:t>
            </a:r>
          </a:p>
          <a:p xmlns:a="http://schemas.openxmlformats.org/drawingml/2006/main">
            <a:r>
              <a:t>    "장영실 공동 제작"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https://contents.history.go.kr/mobile/kc/view.do?code=kc_age_30&amp;levelId=kc_r300785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"앙부일구는 달빛만 있으면 밤에도 낮과 똑같이 시간을 정확히 읽을 수 있었습니다.",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"해의 그림자를 이용하므로 햇빛이 필요합니다.",</a:t>
            </a:r>
          </a:p>
          <a:p xmlns:a="http://schemas.openxmlformats.org/drawingml/2006/main">
            <a:r>
              <a:t>    "앙부일구 밤 사용"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"장영실은 왕의 가마가 부서진 사건 뒤 벌을 받고 관직에서 물러났습니다.",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"세종실록에 가마 사건과 처벌 기록이 남아 있습니다.",</a:t>
            </a:r>
          </a:p>
          <a:p xmlns:a="http://schemas.openxmlformats.org/drawingml/2006/main">
            <a:r>
              <a:t>    "장영실 가마 사건"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"장영실은 그 뒤 제주도로 유배되어 1458년에 병으로 죽었다는 기록이 남아 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"이후 행적과 사망 시기는 확실한 기록이 남아 있지 않습니다.",</a:t>
            </a:r>
          </a:p>
          <a:p xmlns:a="http://schemas.openxmlformats.org/drawingml/2006/main">
            <a:r>
              <a:t>    "장영실 이후 기록"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https://contents.history.go.kr/mobile/kc/view.do?code=kc_age_30&amp;levelId=kc_r300785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"종묘는 조선 왕과 왕비의 신주를 모시고 제사를 지내던 왕실 사당입니다.",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"종묘의 기능은 국가유산 자료에서 확인됩니다.",</a:t>
            </a:r>
          </a:p>
          <a:p xmlns:a="http://schemas.openxmlformats.org/drawingml/2006/main">
            <a:r>
              <a:t>    "종묘 왕실 사당"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"종묘제례악은 악기 연주뿐 아니라 노래와 춤이 함께하는 의례 음악입니다.",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"음악·노래·일무가 함께 진행됩니다.",</a:t>
            </a:r>
          </a:p>
          <a:p xmlns:a="http://schemas.openxmlformats.org/drawingml/2006/main">
            <a:r>
              <a:t>    "종묘제례악 노래 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"종묘는 왕과 왕비가 평소 잠을 자며 생활하던 궁궐의 침전이었습니다.",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"생활 공간이 아니라 조상 신주를 모시는 제례 공간입니다.",</a:t>
            </a:r>
          </a:p>
          <a:p xmlns:a="http://schemas.openxmlformats.org/drawingml/2006/main">
            <a:r>
              <a:t>    "종묘 사당 생활 공간"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https://whc.unesco.org/en/list/738/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"종묘제례악은 궁중 잔치의 흥을 돋우기 위해 매일 연주하던 오락 음악이었습니다.",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"왕실 조상에게 제사를 지내는 엄숙한 의례 음악입니다.",</a:t>
            </a:r>
          </a:p>
          <a:p xmlns:a="http://schemas.openxmlformats.org/drawingml/2006/main">
            <a:r>
              <a:t>    "종묘제례악 언제 연주"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"종묘가 단순해 보이는 까닭은 오직 돈을 아끼기 위해서였다고 설계자의 기록에 적혀 있습니다.",</a:t>
            </a:r>
          </a:p>
          <a:p xmlns:a="http://schemas.openxmlformats.org/drawingml/2006/main">
            <a:r>
              <a:t>    "△ 근거 부족·과장됨",</a:t>
            </a:r>
          </a:p>
          <a:p xmlns:a="http://schemas.openxmlformats.org/drawingml/2006/main">
            <a:r>
              <a:t>    "제례의 엄숙함과 질서를 드러내며 비용 하나로 단정하기 어렵습니다.",</a:t>
            </a:r>
          </a:p>
          <a:p xmlns:a="http://schemas.openxmlformats.org/drawingml/2006/main">
            <a:r>
              <a:t>    "종묘 건축 단순한 이유"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"종묘제례악에는 북 소리만 있고 노래와 춤은 전혀 없습니다.",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"악기·노래·춤이 함께하는 종합 의례입니다.",</a:t>
            </a:r>
          </a:p>
          <a:p xmlns:a="http://schemas.openxmlformats.org/drawingml/2006/main">
            <a:r>
              <a:t>    "종묘제례악 구성"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https://whc.unesco.org/en/list/738/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"난중일기는 이순신이 임진왜란이 일어난 1592년부터 1598년까지 직접 쓴 일기입니다.",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"작성자와 작성 기간은 공식 자료에서 확인됩니다.",</a:t>
            </a:r>
          </a:p>
          <a:p xmlns:a="http://schemas.openxmlformats.org/drawingml/2006/main">
            <a:r>
              <a:t>    "난중일기 1592 1598"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"난중일기에는 전투뿐 아니라 날씨, 가족 걱정, 몸 상태와 개인적인 생각도 적혀 있습니다.",</a:t>
            </a:r>
          </a:p>
          <a:p xmlns:a="http://schemas.openxmlformats.org/drawingml/2006/main">
            <a:r>
              <a:t>    "○ 자료로 확인",</a:t>
            </a:r>
          </a:p>
          <a:p xmlns:a="http://schemas.openxmlformats.org/drawingml/2006/main">
            <a:r>
              <a:t>    "일기 원문에 일상과 감정 기록도 많습니다.",</a:t>
            </a:r>
          </a:p>
          <a:p xmlns:a="http://schemas.openxmlformats.org/drawingml/2006/main">
            <a:r>
              <a:t>    "난중일기 날씨 가족"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"난중일기는 전쟁이 모두 끝난 뒤 이순신이 기억을 떠올려 한 번에 쓴 책입니다.",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"전쟁 중 날마다 또는 시기별로 남긴 일기입니다.",</a:t>
            </a:r>
          </a:p>
          <a:p xmlns:a="http://schemas.openxmlformats.org/drawingml/2006/main">
            <a:r>
              <a:t>    "난중일기 전쟁 중 작성"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https://www.unesco.org/en/memory-world/nanjung-ilgi-war-diary-admiral-yi-sun-sin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활동지 문장과 교사용 확인 기준을 그대로 보존합니다. 화면에는 짧은 설명만 제시합니다.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"난중일기는 임금의 명령으로 작성한 공식 전투 보고서이므로 이순신의 개인 감정은 전혀 없습니다.",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"개인 일기라서 감정과 일상이 함께 담겨 있습니다.",</a:t>
            </a:r>
          </a:p>
          <a:p xmlns:a="http://schemas.openxmlformats.org/drawingml/2006/main">
            <a:r>
              <a:t>    "난중일기 개인 감정"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"드라마에 나오는 이순신의 모든 대사는 난중일기 원문과 한 글자도 다르지 않습니다.",</a:t>
            </a:r>
          </a:p>
          <a:p xmlns:a="http://schemas.openxmlformats.org/drawingml/2006/main">
            <a:r>
              <a:t>    "△ 근거 부족·과장됨",</a:t>
            </a:r>
          </a:p>
          <a:p xmlns:a="http://schemas.openxmlformats.org/drawingml/2006/main">
            <a:r>
              <a:t>    "드라마에는 연출과 각색이 있으므로 장면마다 원문과 비교해야 합니다.",</a:t>
            </a:r>
          </a:p>
          <a:p xmlns:a="http://schemas.openxmlformats.org/drawingml/2006/main">
            <a:r>
              <a:t>    "드라마 난중일기 원문"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[</a:t>
            </a:r>
          </a:p>
          <a:p xmlns:a="http://schemas.openxmlformats.org/drawingml/2006/main">
            <a:r>
              <a:t>    "난중일기에는 이순신이 노량해전에서 죽은 뒤 자신의 죽음을 직접 적은 마지막 장이 있습니다.",</a:t>
            </a:r>
          </a:p>
          <a:p xmlns:a="http://schemas.openxmlformats.org/drawingml/2006/main">
            <a:r>
              <a:t>    "× 자료와 다름",</a:t>
            </a:r>
          </a:p>
          <a:p xmlns:a="http://schemas.openxmlformats.org/drawingml/2006/main">
            <a:r>
              <a:t>    "자신의 죽음 뒤 기록을 직접 쓸 수 없습니다.",</a:t>
            </a:r>
          </a:p>
          <a:p xmlns:a="http://schemas.openxmlformats.org/drawingml/2006/main">
            <a:r>
              <a:t>    "난중일기 마지막 기록"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자료: https://www.unesco.org/en/memory-world/nanjung-ilgi-war-diary-admiral-yi-sun-sin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활동지의 1·2·3번 순서로 진행합니다. 2차시는 첫 판단과 검색 계획, 3차시는 자료 확인과 고쳐 말하기입니다. 정답은 3차시 모둠 발표 뒤 공개합니다.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기존 확인 문장과 근거: scripts/generate_lesson2_onepage.py DATA[joseon]</a:t>
            </a:r>
          </a:p>
          <a:p xmlns:a="http://schemas.openxmlformats.org/drawingml/2006/main">
            <a:r>
              <a:t>교실용 내용: src/content/joseon/worksheet-guide.json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ba517703641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2fc695a1e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cf3dcafdd4f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80cd2af6146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a899cdeb04b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9cb826e3343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c3503f19544a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94895051543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2be9eaf8d4d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4db3751004c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1059fb8f7499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fc1bdf72940e4" /><Relationship Type="http://schemas.openxmlformats.org/officeDocument/2006/relationships/slideLayout" Target="/ppt/slideLayouts/slideLayout1.xml" Id="R0ba192dc0a7745e0" /><Relationship Type="http://schemas.openxmlformats.org/officeDocument/2006/relationships/slideLayout" Target="/ppt/slideLayouts/slideLayout2.xml" Id="R318ea45eaef04637" /><Relationship Type="http://schemas.openxmlformats.org/officeDocument/2006/relationships/slideLayout" Target="/ppt/slideLayouts/slideLayout3.xml" Id="Re4c8fa63774b4cc2" /><Relationship Type="http://schemas.openxmlformats.org/officeDocument/2006/relationships/slideLayout" Target="/ppt/slideLayouts/slideLayout4.xml" Id="Rab8be0dadc3442bb" /><Relationship Type="http://schemas.openxmlformats.org/officeDocument/2006/relationships/slideLayout" Target="/ppt/slideLayouts/slideLayout5.xml" Id="R70e88d693eda42e6" /><Relationship Type="http://schemas.openxmlformats.org/officeDocument/2006/relationships/slideLayout" Target="/ppt/slideLayouts/slideLayout6.xml" Id="R40f8c5e60f254673" /><Relationship Type="http://schemas.openxmlformats.org/officeDocument/2006/relationships/slideLayout" Target="/ppt/slideLayouts/slideLayout7.xml" Id="R603746b45c3e48f6" /><Relationship Type="http://schemas.openxmlformats.org/officeDocument/2006/relationships/slideLayout" Target="/ppt/slideLayouts/slideLayout8.xml" Id="R9429f5e897594233" /><Relationship Type="http://schemas.openxmlformats.org/officeDocument/2006/relationships/slideLayout" Target="/ppt/slideLayouts/slideLayout9.xml" Id="R489a3e07dd7c4e77" /><Relationship Type="http://schemas.openxmlformats.org/officeDocument/2006/relationships/slideLayout" Target="/ppt/slideLayouts/slideLayout10.xml" Id="R5c6a2a3ac53840d0" /><Relationship Type="http://schemas.openxmlformats.org/officeDocument/2006/relationships/slideLayout" Target="/ppt/slideLayouts/slideLayout11.xml" Id="R98e1896768304e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192dc0a7745e0"/>
    <p:sldLayoutId xmlns:r="http://schemas.openxmlformats.org/officeDocument/2006/relationships" id="2147483650" r:id="R318ea45eaef04637"/>
    <p:sldLayoutId xmlns:r="http://schemas.openxmlformats.org/officeDocument/2006/relationships" id="2147483651" r:id="Re4c8fa63774b4cc2"/>
    <p:sldLayoutId xmlns:r="http://schemas.openxmlformats.org/officeDocument/2006/relationships" id="2147483652" r:id="Rab8be0dadc3442bb"/>
    <p:sldLayoutId xmlns:r="http://schemas.openxmlformats.org/officeDocument/2006/relationships" id="2147483653" r:id="R70e88d693eda42e6"/>
    <p:sldLayoutId xmlns:r="http://schemas.openxmlformats.org/officeDocument/2006/relationships" id="2147483654" r:id="R40f8c5e60f254673"/>
    <p:sldLayoutId xmlns:r="http://schemas.openxmlformats.org/officeDocument/2006/relationships" id="2147483655" r:id="R603746b45c3e48f6"/>
    <p:sldLayoutId xmlns:r="http://schemas.openxmlformats.org/officeDocument/2006/relationships" id="2147483656" r:id="R9429f5e897594233"/>
    <p:sldLayoutId xmlns:r="http://schemas.openxmlformats.org/officeDocument/2006/relationships" id="2147483657" r:id="R489a3e07dd7c4e77"/>
    <p:sldLayoutId xmlns:r="http://schemas.openxmlformats.org/officeDocument/2006/relationships" id="2147483658" r:id="R5c6a2a3ac53840d0"/>
    <p:sldLayoutId xmlns:r="http://schemas.openxmlformats.org/officeDocument/2006/relationships" id="2147483659" r:id="R98e1896768304e3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9680bd5c6346bb" /><Relationship Type="http://schemas.openxmlformats.org/officeDocument/2006/relationships/notesSlide" Target="/ppt/notesSlides/notesSlide1.xml" Id="Rbfc2b0a583c8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4811a064b8431d" /><Relationship Type="http://schemas.openxmlformats.org/officeDocument/2006/relationships/notesSlide" Target="/ppt/notesSlides/notesSlide2.xml" Id="R8595f439ef1e41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b98cfec8a444bd" /><Relationship Type="http://schemas.openxmlformats.org/officeDocument/2006/relationships/notesSlide" Target="/ppt/notesSlides/notesSlide3.xml" Id="Rc234a23734ea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1f25ec0fb04bd8" /><Relationship Type="http://schemas.openxmlformats.org/officeDocument/2006/relationships/notesSlide" Target="/ppt/notesSlides/notesSlide4.xml" Id="R78ab9cfd1c91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5ecdf5bb3d4aa5" /><Relationship Type="http://schemas.openxmlformats.org/officeDocument/2006/relationships/notesSlide" Target="/ppt/notesSlides/notesSlide5.xml" Id="R5b57f123f0f44d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0575f57c1947f4" /><Relationship Type="http://schemas.openxmlformats.org/officeDocument/2006/relationships/notesSlide" Target="/ppt/notesSlides/notesSlide6.xml" Id="Rbcc5ae0fa9d044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03dafaa72c45cd" /><Relationship Type="http://schemas.openxmlformats.org/officeDocument/2006/relationships/notesSlide" Target="/ppt/notesSlides/notesSlide7.xml" Id="R73b2bff762ef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e58cacb7d84b2e" /><Relationship Type="http://schemas.openxmlformats.org/officeDocument/2006/relationships/notesSlide" Target="/ppt/notesSlides/notesSlide8.xml" Id="Rc5ece759c4cc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08df68b69b44be" /><Relationship Type="http://schemas.openxmlformats.org/officeDocument/2006/relationships/notesSlide" Target="/ppt/notesSlides/notesSlide9.xml" Id="R854ed896593c4f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da59abf6844916" /><Relationship Type="http://schemas.openxmlformats.org/officeDocument/2006/relationships/notesSlide" Target="/ppt/notesSlides/notesSlide10.xml" Id="Rc14e05375e6f4f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3f420122e34d36" /><Relationship Type="http://schemas.openxmlformats.org/officeDocument/2006/relationships/notesSlide" Target="/ppt/notesSlides/notesSlide11.xml" Id="R963efc49a73849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c7f50750534d81" /><Relationship Type="http://schemas.openxmlformats.org/officeDocument/2006/relationships/notesSlide" Target="/ppt/notesSlides/notesSlide12.xml" Id="Rab1525250a4f45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3405eb42a64752" /><Relationship Type="http://schemas.openxmlformats.org/officeDocument/2006/relationships/notesSlide" Target="/ppt/notesSlides/notesSlide13.xml" Id="R4e68275bfa7842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1e15f5fd404f82" /><Relationship Type="http://schemas.openxmlformats.org/officeDocument/2006/relationships/notesSlide" Target="/ppt/notesSlides/notesSlide14.xml" Id="R14254d1c5dde45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87abbf66304788" /><Relationship Type="http://schemas.openxmlformats.org/officeDocument/2006/relationships/notesSlide" Target="/ppt/notesSlides/notesSlide15.xml" Id="R3d3ed165392d40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d82cc38dd346f2" /><Relationship Type="http://schemas.openxmlformats.org/officeDocument/2006/relationships/notesSlide" Target="/ppt/notesSlides/notesSlide16.xml" Id="R31726b30e4c946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ed5e0118da4dfa" /><Relationship Type="http://schemas.openxmlformats.org/officeDocument/2006/relationships/notesSlide" Target="/ppt/notesSlides/notesSlide17.xml" Id="R009a36925bfc4d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717168532e4863" /><Relationship Type="http://schemas.openxmlformats.org/officeDocument/2006/relationships/notesSlide" Target="/ppt/notesSlides/notesSlide18.xml" Id="R9ef777c569bc47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c75b3584944cb0" /><Relationship Type="http://schemas.openxmlformats.org/officeDocument/2006/relationships/notesSlide" Target="/ppt/notesSlides/notesSlide19.xml" Id="Rfbf924152fad4b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c0d9a472834f5b" /><Relationship Type="http://schemas.openxmlformats.org/officeDocument/2006/relationships/notesSlide" Target="/ppt/notesSlides/notesSlide20.xml" Id="Ra2c5dcabd40244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0ff7d502d14b12" /><Relationship Type="http://schemas.openxmlformats.org/officeDocument/2006/relationships/notesSlide" Target="/ppt/notesSlides/notesSlide21.xml" Id="R2fd967f3da6c4a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e62a64ec8846b3" /><Relationship Type="http://schemas.openxmlformats.org/officeDocument/2006/relationships/notesSlide" Target="/ppt/notesSlides/notesSlide22.xml" Id="R0649e3f34bfd48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d7f1c7b7da4e9a" /><Relationship Type="http://schemas.openxmlformats.org/officeDocument/2006/relationships/notesSlide" Target="/ppt/notesSlides/notesSlide23.xml" Id="Rf66805955c5441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38d5f979844c5b" /><Relationship Type="http://schemas.openxmlformats.org/officeDocument/2006/relationships/notesSlide" Target="/ppt/notesSlides/notesSlide24.xml" Id="Rcbee164700574c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08529D-78DE-4128-88B8-36EA0F56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C8623F-1397-4583-9161-3D814B42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051C99-CCC9-4A18-BBE4-D2ADB4DB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85800"/>
            <a:ext cx="548640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조선시대 · 2·3차시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450FE4-4C7C-475B-9701-1D5FAF48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61872"/>
            <a:ext cx="9875520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AI의 말을 확인해요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A26A55-0481-480A-8F44-9EE041BD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88920"/>
            <a:ext cx="105613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AD6D43-399C-45AB-BF5C-DBE9EBAA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88920"/>
            <a:ext cx="9144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9423B95-7253-4F1F-AD00-2DC0CB97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999232"/>
            <a:ext cx="9784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핵심 질문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2BAE4FA-2E88-4184-8162-DFE5523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364992"/>
            <a:ext cx="97840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“우리가 아는 조선, 정말 그랬을까?”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54FB167-14BE-4844-ABCF-9EECDF7B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17720"/>
            <a:ext cx="1051560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2차시에는 내 생각을 표시해요.
3차시에는 자료를 읽고 고쳐 말해요.</a:t>
            </a:r>
          </a:p>
        </p:txBody>
      </p:sp>
    </p:spTree>
    <p:extLst>
      <p:ext uri="{BB962C8B-B14F-4D97-AF65-F5344CB8AC3E}">
        <p14:creationId xmlns:p14="http://schemas.microsoft.com/office/powerpoint/2010/main" val="8873294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E9829D-119A-4807-A80C-7F23B35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0DCBB42-967E-4104-9C9F-A733507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605789-FDE4-42F7-BBDE-AACCD4FB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69BE32-4CF2-49C6-89CD-103BFF7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18C44C-C91D-4289-932B-5A556DAB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91B6E0-F7E8-4569-83C8-5A12DD74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0D3CBCB-57C5-4EBC-93F8-3EC2039A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오늘의 학습 목표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8B05DCC-5752-470F-B28B-C013E06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93392"/>
            <a:ext cx="1068019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55D44C-8E69-474F-A22D-97842D7A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93392"/>
            <a:ext cx="109728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D20530-6746-456F-B99B-A5E50030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1720"/>
            <a:ext cx="9784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AI가 한 말에서 의심할 부분을 찾고
어느 자료에서 확인할지 정할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7669936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AI가 한 말 판단하기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활동지의 1 → 2 → 3번 순서로 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내 판단 표시하기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의심한 문장 고르기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찾아볼 자료 정하기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CA7D35-3475-4D59-8BA0-982ADEB2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3D33272-ECAD-4903-84CF-4C65A8C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DB8233-1E32-4C79-BEDE-1A50BE0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B5AC2A-3649-431C-9137-48B3AED1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E03B98-04E5-41E3-B581-502F738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53B34E-C4B3-4538-8F53-C23D3255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3C7D62-65AA-41A2-904E-2018D47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네 가지 기호로 표시해요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DDA50CF-49B1-4FEE-9A0E-C269588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5336BC-37A6-4207-84FA-2B68D2B9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○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B6677F2-9C56-4CCC-86D8-2EE88BF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46120"/>
            <a:ext cx="21945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자료로 확인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20F4C3-7DF3-4A4D-9844-E4BA022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7357885-9416-45D3-88EC-7A4F5DC0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×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19EC01-46AF-48FD-BF2A-82142F38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246120"/>
            <a:ext cx="21945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자료와 다름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76DF898-1CFA-4950-90CD-D2323FCA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C5F255B-E845-4D9F-BACF-E36A79D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△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C1C6056-95F6-4BCE-82AF-27373F2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3246120"/>
            <a:ext cx="21945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근거 부족·과장됨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55A24AE-8424-4836-B095-6D13122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993392"/>
            <a:ext cx="24231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BA1383-1F3D-4F80-B22C-5CEBF023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2148840"/>
            <a:ext cx="2423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?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D642C2-7188-4F3F-B232-476C18B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7" y="3246120"/>
            <a:ext cx="21945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더 찾아봐야 함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4F0B49A-1382-481C-B63F-4AF0B61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00600"/>
            <a:ext cx="1001268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2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D2217F4-E3D2-4B1F-8E4F-625E57D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00600"/>
            <a:ext cx="97383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처음 생각을 표시해요. 아직 확인하지 못했다면 ?로 남겨도 좋아요.</a:t>
            </a:r>
          </a:p>
        </p:txBody>
      </p:sp>
    </p:spTree>
    <p:extLst>
      <p:ext uri="{BB962C8B-B14F-4D97-AF65-F5344CB8AC3E}">
        <p14:creationId xmlns:p14="http://schemas.microsoft.com/office/powerpoint/2010/main" val="7189748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CBE18B-B4A8-4305-876C-C63E01AB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676398D-CFE4-4E98-AEC9-7EE62B7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4B0A38E-5719-47C1-973E-6F32AB31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32D647-4088-4D97-A131-2533A08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FE1EE1-F598-459A-BED7-80594D4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959F81-858C-4031-A2A4-2A41FA91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DED479-C810-418C-976D-47C2573A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여섯 모둠의 탐구 대상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B27DC39-AC70-4F21-BCF8-B6DF0A13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19"/>
            <a:ext cx="786384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5D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845778-AB01-42D2-A18C-1FD8D50F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19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2AC4CF-7652-4966-A50F-46ED63B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856231"/>
            <a:ext cx="4343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훈민정음 해례본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DCD8658-BD1C-4875-A9CE-9028C5A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249424"/>
            <a:ext cx="4343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한글은 정말 세종 혼자 만들었을까?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8DE9F01-2BB0-46A3-8ED1-EEB286FA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786384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34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10C13C-7C83-47BA-B80F-F8B27B11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91A1FA-34DB-43AE-9C46-B8571FB8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56231"/>
            <a:ext cx="4343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조선왕조실록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0AB795D-95A8-455E-97C4-BC6E16C4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249424"/>
            <a:ext cx="4343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임금도 못 보는 기록이 어떻게 지켜졌나?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CF1A065-9E8C-4F29-AE83-91363FD4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27832"/>
            <a:ext cx="786384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6737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CBE05AE-289F-4552-9E77-6C75DA88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27832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77C415-4BAD-4FF8-9D34-DE3FC9B5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209544"/>
            <a:ext cx="4343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수원 화성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911E87A-09D3-476A-9198-B267D5C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02736"/>
            <a:ext cx="4343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거중기는 정말 공사를 바꿨을까?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84E20B4-2FB3-48F3-8B2F-DA432452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7832"/>
            <a:ext cx="786384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C74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C12D72E-F5FC-4B8D-8291-19EDA379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7832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974E898-2A32-43FB-94F6-3B58281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9544"/>
            <a:ext cx="4343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자격루·앙부일구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B25BA4F-5C50-43BE-88E6-025BAFFE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02736"/>
            <a:ext cx="4343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장영실은 그 뒤 어떻게 되었을까?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FEF329F-04EF-4E1D-9741-F5271757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81144"/>
            <a:ext cx="786384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54C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3E24411-3CEF-4E82-BD4A-62BFFF3C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81144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7CE1DDF-F0F7-49BE-A15D-3522366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562856"/>
            <a:ext cx="4343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종묘와 종묘제례악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75EF9DA-8E51-4F4B-BE14-C3D6AAB5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956048"/>
            <a:ext cx="4343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왜 이렇게 단순하게 지었을까?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79A47DFE-A4BC-4F5E-88BB-B304731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144"/>
            <a:ext cx="786384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76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D8A9298-0FDB-4708-A6A3-9B68BABC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144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87FFDED-03DD-4271-A766-D72FA81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562856"/>
            <a:ext cx="4343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난중일기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01AB7C8-F784-44C6-A6D2-0B15FC5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956048"/>
            <a:ext cx="4343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드라마 속 이순신은 진짜일까?</a:t>
            </a:r>
          </a:p>
        </p:txBody>
      </p:sp>
    </p:spTree>
    <p:extLst>
      <p:ext uri="{BB962C8B-B14F-4D97-AF65-F5344CB8AC3E}">
        <p14:creationId xmlns:p14="http://schemas.microsoft.com/office/powerpoint/2010/main" val="15213335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D21A17-0A74-4649-8166-3AF8B2E0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FDEF0D1-8C94-40F4-BCCF-43743A4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2D60E6-808C-4E1C-BCA1-79278639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9E93AE-F331-4F02-A15F-3E3F97A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A68A7FF-96F6-45FC-8BA8-C4EE249E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22D24FB-53E7-4157-8AD3-3CECA31B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C9F90FC-37AF-4C5B-8F84-D3FDA848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확인할 낱말을 골라요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AA139A5-1C53-4CC2-A166-02773CBF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38528"/>
            <a:ext cx="516636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F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84BE543-320C-44D6-860F-9668B75D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48840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9A3E3E"/>
                </a:solidFill>
                <a:latin typeface="S-Core Dream"/>
                <a:ea typeface="S-Core Dream"/>
                <a:cs typeface="S-Core Dream"/>
              </a:rPr>
              <a:t>문장 전체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AC98C23-3A14-4F9E-915E-52EDFBE7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4617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 문장 전체를</a:t>
            </a:r>
            <a:br/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그대로 붙여넣기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DBD3C92-89F6-4D7D-B83C-A44AB799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938528"/>
            <a:ext cx="516636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FA1060-77A3-452D-B024-7DC600CC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148840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확인할 낱말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6F0559-4545-4856-8841-280E9B9F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697480"/>
            <a:ext cx="4617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훈민정음 해례
1446년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770422-796E-4DBC-99D5-8DA09B45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0060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활동지 2번에 의심한 문장 번호와 궁금한 낱말을 적어요.</a:t>
            </a:r>
          </a:p>
        </p:txBody>
      </p:sp>
    </p:spTree>
    <p:extLst>
      <p:ext uri="{BB962C8B-B14F-4D97-AF65-F5344CB8AC3E}">
        <p14:creationId xmlns:p14="http://schemas.microsoft.com/office/powerpoint/2010/main" val="12985919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E0F01E-2519-4995-8BA5-258D95D9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A582C29-093C-4EFC-B2D5-86586429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B43DB72-7B4D-456D-93A0-67E3704F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3852C0-4C78-47EA-B592-CBCCAF7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2BA59E-80C6-4FDB-A974-E0F60E44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119A80-1C31-4DE5-99D3-B8BAFA3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2D6BEC6-F256-4348-AD7F-80638399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찾아볼 자료를 정해요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BE0AA18-DA15-4968-9E2C-0ECAB4E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93392"/>
            <a:ext cx="10012680" cy="612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70D4FCD-BB78-4656-AF68-FCC98466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993392"/>
            <a:ext cx="955548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  국가유산청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DCE750-A568-4FA0-BA26-EF04FA5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34640"/>
            <a:ext cx="10012680" cy="612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4CE097-8365-43F9-8D4F-070BF67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34640"/>
            <a:ext cx="955548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  국립박물관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932B641-5430-400B-A2F6-060A869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75888"/>
            <a:ext cx="10012680" cy="612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141F88-AEDA-4CC7-B850-C03A489F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75888"/>
            <a:ext cx="955548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  국사편찬위원회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94292C-89A5-493D-8C7A-9D61E1C3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17136"/>
            <a:ext cx="10012680" cy="612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2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0159AB-73F1-4B72-B27B-40A0A086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17136"/>
            <a:ext cx="955548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4  기타: 기관 이름을 적어요</a:t>
            </a:r>
          </a:p>
        </p:txBody>
      </p:sp>
    </p:spTree>
    <p:extLst>
      <p:ext uri="{BB962C8B-B14F-4D97-AF65-F5344CB8AC3E}">
        <p14:creationId xmlns:p14="http://schemas.microsoft.com/office/powerpoint/2010/main" val="4849549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C39D22-D9F1-425F-B3E5-EFA619D3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D3560BF-C197-465A-992F-E86B00CF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363BCC-6078-46CD-BFCB-92B78918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EC034E-646A-40EF-AA14-A5E39D18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0F0F02-D51B-4A5D-ADEC-5882946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B2ABCE0-D011-458E-BD47-BCE8D7A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17B1057-514C-496C-8420-B63E670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3차시 · 자료에서 확인해요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B528EB8-7D21-42DA-A16F-BB70EB9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지난 시간에 의심한 문장을 다시 읽어요.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1FA91C-E166-4A88-BD29-74613A3F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5831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DEED9B3-F2EB-4CC2-8D3C-230E996D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5831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출처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E2A083C-52C0-4796-8833-CD4F093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39" y="2331720"/>
            <a:ext cx="25831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9F6E90-604A-4022-B014-CB9F387B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39" y="2331720"/>
            <a:ext cx="25831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시기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C197960-7F2A-4F60-902D-15CEDAD0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59" y="2331720"/>
            <a:ext cx="25831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E9A107-25BB-4546-8476-590CEF50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59" y="2331720"/>
            <a:ext cx="25831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교차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067A126-5F77-4CCA-AA96-D7595EC0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380" y="2331720"/>
            <a:ext cx="25831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0FCA87A-09E7-438F-9D2C-D95FFB4E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380" y="2331720"/>
            <a:ext cx="25831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원본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5DE7DE4-5D44-43CB-B752-1DCF38B5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327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확인한 말과 아직 모르는 말을 나누어요.</a:t>
            </a:r>
          </a:p>
        </p:txBody>
      </p:sp>
    </p:spTree>
    <p:extLst>
      <p:ext uri="{BB962C8B-B14F-4D97-AF65-F5344CB8AC3E}">
        <p14:creationId xmlns:p14="http://schemas.microsoft.com/office/powerpoint/2010/main" val="18324720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자료에서 확인하고 고쳐 말하기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활동지의 1 → 2 → 3번 순서로 해요.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자료를 만든 곳 확인하기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읽은 자료와 비교하기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고친 말 한 문장 남기기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C4E1EB-E3F6-4DA9-B630-D51B0353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E859105-3F51-461C-8F4B-EF83CB67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F3D35D-F05B-49B9-8A70-4840900F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6729E98-A049-45CE-B957-0721D946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825765-AA31-48F0-B072-377C4386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B81355-43FD-4E72-9A15-902A6CF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E571D8F-92B1-44E4-9A22-1C9CCBFF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고친 말과 출처를 말해요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5E21BC2-6C94-4ECD-ABBC-ADE80103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19"/>
            <a:ext cx="10332720" cy="2880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8224F1-4122-4407-B432-8086B7E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48840"/>
            <a:ext cx="950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우리 모둠은 ___번 문장을 확인했어요.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C690611-9C42-44E8-86BC-2C824CAE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52344"/>
            <a:ext cx="950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___ 기관의 ___ 자료를 읽었어요.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AA40B8-EE04-4B0E-A91E-ED70990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355848"/>
            <a:ext cx="950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자료에서 확인한 말은 ___예요.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D7FFA0-FC6F-4361-81E4-3AED00B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59352"/>
            <a:ext cx="950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그래서 ___라고 고쳐 말할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5866222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134F9A-2EB2-4BE2-A083-14C1671A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3DC66B8-F57B-4E53-96DB-868F607A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E3E4EF-9AFB-4203-823C-A3D38644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F9D1C0-EED8-4B45-AAF3-DE2C881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3288CE-6254-433C-8896-BB2600CD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B161560-471D-49FD-B1E7-038834DA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712ED2D-3528-4F48-9A62-3B532CAF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이제 함께 확인해요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0FD4AF8-FBB8-4FA4-8903-C0F84AF6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3차시 모둠 발표 뒤에 봐요.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7823D1C-1E66-4189-B560-4CD857E2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0332720" cy="2377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2E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33F8BC-B881-4A0B-80B2-BB38AC7F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95728"/>
            <a:ext cx="9509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어느 자료를 읽었나요?
왜 그렇게 판단했나요?
자료가 부족하면 더 확인해요.</a:t>
            </a:r>
          </a:p>
        </p:txBody>
      </p:sp>
    </p:spTree>
    <p:extLst>
      <p:ext uri="{BB962C8B-B14F-4D97-AF65-F5344CB8AC3E}">
        <p14:creationId xmlns:p14="http://schemas.microsoft.com/office/powerpoint/2010/main" val="6278405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훈민정음 해례본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1모둠 · 1~3번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1443년에 새 글자를 만들었어요.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1446년에 해례가 나왔어요.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처음 글자는 모두 28자예요.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훈민정음 해례본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1모둠 · 4~6번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세종이 글자를 만들었어요.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학자들은 해설 작성에 참여했어요.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글자별 담당자 명단은 없어요.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조선왕조실록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2모둠 · 1~3번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임금이 세상을 떠난 뒤 편찬했어요.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사관의 기록 등을 모았어요.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임금이 매일 쓴 책은 아니에요.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조선왕조실록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2모둠 · 4~6번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여러 사고에 나누어 보관했어요.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전쟁 때 여러 사고본을 잃었어요.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전주 사고본으로 다시 인쇄했어요.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수원 화성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3모둠 · 1~3번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1794년에 시작해 1796년에 마쳤어요.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정약용이 설계와 도구에 기여했어요.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많은 사람과 도구가 필요했어요.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수원 화성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3모둠 · 4~6번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 기간 단축 수치는 출처를 따져요.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의궤에 공사 과정이 남아 있어요.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조선의 인물과 기술이 참여했어요.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자격루·앙부일구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4모둠 · 1~3번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자격루는 자동으로 알리는 물시계예요.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앙부일구는 해 그림자를 이용해요.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여러 학자와 기술자가 함께했어요.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자격루·앙부일구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4모둠 · 4~6번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시간을 읽으려면 햇빛이 필요해요.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가마 사건과 처벌 기록이 있어요.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이후 행적과 사망 시기는 불확실해요.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종묘와 종묘제례악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5모둠 · 1~3번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왕과 왕비의 제사를 지내는 사당이에요.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악기·노래·춤이 함께해요.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생활 공간이 아닌 제례 공간이에요.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종묘와 종묘제례악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5모둠 · 4~6번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왕실 조상을 위한 의례 음악이에요.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 비용만으로 단정하기 어려워요.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북 소리 외에 노래와 춤도 있어요.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난중일기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6모둠 · 1~3번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1592년부터 1598년까지 쓴 일기예요.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○  일상과 감정도 적었어요.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전쟁 중 남긴 일기예요.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E97AD-B1E1-4249-AE7F-8A0241C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84A684E-D431-4A20-A299-BA97335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54388D-363D-4FEF-BDA1-5AB6CFD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852B03-3F88-4BA2-BA1E-D1A2233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010C15-18C2-40FE-B3A3-C4F4B69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28C16DF-D77D-40C3-978D-D045E8B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77E980-6F46-42DF-8D9D-4A473C3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난중일기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7C927A-9EE1-47B4-8DD9-392CFCE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8488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6모둠 · 4~6번 · 기호는 원문 판단 / 옆 문장은 확인한 근거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D33D7E-9167-40E2-ADA6-A27A74E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747EEE-1D20-4F6B-98E8-B9A955F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269241-A4E0-40AE-AF74-E9C8107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개인적인 감정이 담겨 있어요.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212B815-63AD-482C-8B8D-0DD2A76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71D2BA-A5FC-4A5A-8022-B1430A3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9E47C-9DEC-4EEC-B41F-0C9BBED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529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△  드라마는 장면마다 원문과 비교해요.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4389E4-1C7B-426C-B098-DC62492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FE807CA-AC92-4C8A-AF2A-B97CA7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CD0C13-CA4C-43C3-AA9B-FEA80E5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67328"/>
            <a:ext cx="9144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×  죽은 뒤 자신의 기록을 쓸 수 없어요.</a:t>
            </a:r>
          </a:p>
        </p:txBody>
      </p:sp>
    </p:spTree>
    <p:extLst>
      <p:ext uri="{BB962C8B-B14F-4D97-AF65-F5344CB8AC3E}">
        <p14:creationId xmlns:p14="http://schemas.microsoft.com/office/powerpoint/2010/main" val="71009955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E9829D-119A-4807-A80C-7F23B35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0DCBB42-967E-4104-9C9F-A733507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605789-FDE4-42F7-BBDE-AACCD4FB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3차시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69BE32-4CF2-49C6-89CD-103BFF7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56032"/>
            <a:ext cx="530352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AI에게 물어보았습니다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18C44C-C91D-4289-932B-5A556DAB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0040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4716C"/>
                </a:solidFill>
                <a:latin typeface="S-Core Dream"/>
                <a:ea typeface="S-Core Dream"/>
                <a:cs typeface="S-Core Dream"/>
              </a:rPr>
              <a:t>조선시대 · 교사용 수업 PPT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91B6E0-F7E8-4569-83C8-5A12DD74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50392"/>
            <a:ext cx="1118311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0D3CBCB-57C5-4EBC-93F8-3EC2039A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25"/>
                </a:solidFill>
                <a:latin typeface="S-Core Dream"/>
                <a:ea typeface="S-Core Dream"/>
                <a:cs typeface="S-Core Dream"/>
              </a:rPr>
              <a:t>다음 시간에는 표로 정리해요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8B05DCC-5752-470F-B28B-C013E06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93392"/>
            <a:ext cx="1068019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55D44C-8E69-474F-A22D-97842D7A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93392"/>
            <a:ext cx="109728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1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D20530-6746-456F-B99B-A5E50030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1720"/>
            <a:ext cx="978408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64008" rIns="6400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F4F40"/>
                </a:solidFill>
                <a:latin typeface="S-Core Dream"/>
                <a:ea typeface="S-Core Dream"/>
                <a:cs typeface="S-Core Dream"/>
              </a:rPr>
              <a:t>2·3차시 활동지를 보관해요.
확인한 문장 세 개를 출처와 함께 표에 담아요.</a:t>
            </a:r>
          </a:p>
        </p:txBody>
      </p:sp>
    </p:spTree>
    <p:extLst>
      <p:ext uri="{BB962C8B-B14F-4D97-AF65-F5344CB8AC3E}">
        <p14:creationId xmlns:p14="http://schemas.microsoft.com/office/powerpoint/2010/main" val="7669936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2026-09-06T02:41:40.8960000Z</dcterms:created>
  <dcterms:modified xsi:type="dcterms:W3CDTF">2026-09-06T02:41:40.8970000Z</dcterms:modified>
</coreProperties>
</file>