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2cf56fec894960" /><Relationship Type="http://schemas.openxmlformats.org/officeDocument/2006/relationships/extended-properties" Target="/docProps/app.xml" Id="R8d7e4c447582450c" /><Relationship Type="http://schemas.openxmlformats.org/officeDocument/2006/relationships/officeDocument" Target="/ppt/presentation.xml" Id="R243ef6c5d6aa4f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8cc91e78494402"/>
  </p:sldMasterIdLst>
  <p:notesMasterIdLst>
    <p:notesMasterId xmlns:r="http://schemas.openxmlformats.org/officeDocument/2006/relationships" r:id="Rcce8f2ce5bfa4bfc"/>
  </p:notesMasterIdLst>
  <p:sldIdLst>
    <p:sldId xmlns:r="http://schemas.openxmlformats.org/officeDocument/2006/relationships" id="256" r:id="Rc452e814433145e4"/>
    <p:sldId xmlns:r="http://schemas.openxmlformats.org/officeDocument/2006/relationships" id="257" r:id="R13ec17e0f30f4146"/>
    <p:sldId xmlns:r="http://schemas.openxmlformats.org/officeDocument/2006/relationships" id="258" r:id="Rf5a4023c018e4090"/>
    <p:sldId xmlns:r="http://schemas.openxmlformats.org/officeDocument/2006/relationships" id="259" r:id="R3dacba8f98404b92"/>
    <p:sldId xmlns:r="http://schemas.openxmlformats.org/officeDocument/2006/relationships" id="260" r:id="Rbc865267b3ab4423"/>
    <p:sldId xmlns:r="http://schemas.openxmlformats.org/officeDocument/2006/relationships" id="261" r:id="R8b2e8b3ca7bf4698"/>
    <p:sldId xmlns:r="http://schemas.openxmlformats.org/officeDocument/2006/relationships" id="262" r:id="Rb72a169a0ed64a20"/>
    <p:sldId xmlns:r="http://schemas.openxmlformats.org/officeDocument/2006/relationships" id="263" r:id="Rc7e45c54f2484891"/>
    <p:sldId xmlns:r="http://schemas.openxmlformats.org/officeDocument/2006/relationships" id="264" r:id="Ree49dfc2beda4f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d52aab23bd484a" /><Relationship Type="http://schemas.openxmlformats.org/officeDocument/2006/relationships/slideMaster" Target="/ppt/slideMasters/slideMaster1.xml" Id="Rd88cc91e78494402" /><Relationship Type="http://schemas.openxmlformats.org/officeDocument/2006/relationships/notesMaster" Target="/ppt/notesMasters/notesMaster1.xml" Id="Rcce8f2ce5bfa4bfc" /><Relationship Type="http://schemas.openxmlformats.org/officeDocument/2006/relationships/presProps" Target="/ppt/presProps.xml" Id="R0abcc80665654615" /><Relationship Type="http://schemas.openxmlformats.org/officeDocument/2006/relationships/tableStyles" Target="/ppt/tableStyles.xml" Id="R04e55a4d181848f9" /><Relationship Type="http://schemas.openxmlformats.org/officeDocument/2006/relationships/slide" Target="/ppt/slides/slide1.xml" Id="Rc452e814433145e4" /><Relationship Type="http://schemas.openxmlformats.org/officeDocument/2006/relationships/slide" Target="/ppt/slides/slide2.xml" Id="R13ec17e0f30f4146" /><Relationship Type="http://schemas.openxmlformats.org/officeDocument/2006/relationships/slide" Target="/ppt/slides/slide3.xml" Id="Rf5a4023c018e4090" /><Relationship Type="http://schemas.openxmlformats.org/officeDocument/2006/relationships/slide" Target="/ppt/slides/slide4.xml" Id="R3dacba8f98404b92" /><Relationship Type="http://schemas.openxmlformats.org/officeDocument/2006/relationships/slide" Target="/ppt/slides/slide5.xml" Id="Rbc865267b3ab4423" /><Relationship Type="http://schemas.openxmlformats.org/officeDocument/2006/relationships/slide" Target="/ppt/slides/slide6.xml" Id="R8b2e8b3ca7bf4698" /><Relationship Type="http://schemas.openxmlformats.org/officeDocument/2006/relationships/slide" Target="/ppt/slides/slide7.xml" Id="Rb72a169a0ed64a20" /><Relationship Type="http://schemas.openxmlformats.org/officeDocument/2006/relationships/slide" Target="/ppt/slides/slide8.xml" Id="Rc7e45c54f2484891" /><Relationship Type="http://schemas.openxmlformats.org/officeDocument/2006/relationships/slide" Target="/ppt/slides/slide9.xml" Id="Ree49dfc2beda4f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442595978645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6e3b4eb33342c7" /><Relationship Type="http://schemas.openxmlformats.org/officeDocument/2006/relationships/notesMaster" Target="/ppt/notesMasters/notesMaster1.xml" Id="R06e23fac16a74c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8991970e69458d" /><Relationship Type="http://schemas.openxmlformats.org/officeDocument/2006/relationships/notesMaster" Target="/ppt/notesMasters/notesMaster1.xml" Id="Rb6752ba588934e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8431996e414e0d" /><Relationship Type="http://schemas.openxmlformats.org/officeDocument/2006/relationships/notesMaster" Target="/ppt/notesMasters/notesMaster1.xml" Id="R96f27a14b50c46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2f424e4eb24f72" /><Relationship Type="http://schemas.openxmlformats.org/officeDocument/2006/relationships/notesMaster" Target="/ppt/notesMasters/notesMaster1.xml" Id="R2cb4a2ed78eb4f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fc2294fd9845fb" /><Relationship Type="http://schemas.openxmlformats.org/officeDocument/2006/relationships/notesMaster" Target="/ppt/notesMasters/notesMaster1.xml" Id="Re4d0c02a91754b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14515cd52045d3" /><Relationship Type="http://schemas.openxmlformats.org/officeDocument/2006/relationships/notesMaster" Target="/ppt/notesMasters/notesMaster1.xml" Id="R230b60ee167b44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c2198d13304067" /><Relationship Type="http://schemas.openxmlformats.org/officeDocument/2006/relationships/notesMaster" Target="/ppt/notesMasters/notesMaster1.xml" Id="Rc7008ef64a0a44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0f345179864797" /><Relationship Type="http://schemas.openxmlformats.org/officeDocument/2006/relationships/notesMaster" Target="/ppt/notesMasters/notesMaster1.xml" Id="R258909b1ee3d4d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21a2e309444228" /><Relationship Type="http://schemas.openxmlformats.org/officeDocument/2006/relationships/notesMaster" Target="/ppt/notesMasters/notesMaster1.xml" Id="R847f12fb689242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조선 유산에 관한 문장을 원문과 비교하고 근거와 출처를 남길 수 있어요.</a:t>
            </a:r>
          </a:p>
          <a:p xmlns:a="http://schemas.openxmlformats.org/drawingml/2006/main">
            <a:r>
              <a:t>운영: 도입 5분 · 설명과 연습 10분 · 모둠 조사 20분 · 공유 5분</a:t>
            </a:r>
          </a:p>
          <a:p xmlns:a="http://schemas.openxmlformats.org/drawingml/2006/main">
            <a:r>
              <a:t>활동지: 우리 질문, 근거와 출처, 판단 다시 하기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e82307214943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0a4cf01f544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89d90be064a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1feb7d2504b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9d0ef8fb44a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39212201344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B653A5-449D-4739-B678-88DD7795A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326A66-414C-4FB1-8B5F-EC86D4DEA6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3DBD9B-55F6-4F0F-A40E-05BD33CB8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CCAD3E-35F4-4B8C-ABD5-24A4E0C32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79B34D-C8F3-44AB-923D-666DD04EFA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B1289B-0EF5-4E35-B112-CF6D312F6C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723DA1-0CD9-4201-A307-6270CA9BC8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712781-651D-4124-97A9-7CA5ED9474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B51D39-5952-44D8-A8BD-BF41666420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C52A59-CE10-4854-A96E-23D6298DBF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8412ee648b422c" /><Relationship Type="http://schemas.openxmlformats.org/officeDocument/2006/relationships/slideLayout" Target="/ppt/slideLayouts/slideLayout1.xml" Id="Rfb9a019a2bad4412" /><Relationship Type="http://schemas.openxmlformats.org/officeDocument/2006/relationships/slideLayout" Target="/ppt/slideLayouts/slideLayout2.xml" Id="R1a4ac5dd9b784fc7" /><Relationship Type="http://schemas.openxmlformats.org/officeDocument/2006/relationships/slideLayout" Target="/ppt/slideLayouts/slideLayout3.xml" Id="R3ce6475c26384e42" /><Relationship Type="http://schemas.openxmlformats.org/officeDocument/2006/relationships/slideLayout" Target="/ppt/slideLayouts/slideLayout4.xml" Id="R6e033891d9fe47e9" /><Relationship Type="http://schemas.openxmlformats.org/officeDocument/2006/relationships/slideLayout" Target="/ppt/slideLayouts/slideLayout5.xml" Id="R8c8b7eca13b544cc" /><Relationship Type="http://schemas.openxmlformats.org/officeDocument/2006/relationships/slideLayout" Target="/ppt/slideLayouts/slideLayout6.xml" Id="R4b4feee0375244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9a019a2bad4412"/>
    <p:sldLayoutId xmlns:r="http://schemas.openxmlformats.org/officeDocument/2006/relationships" id="2147483650" r:id="R1a4ac5dd9b784fc7"/>
    <p:sldLayoutId xmlns:r="http://schemas.openxmlformats.org/officeDocument/2006/relationships" id="2147483651" r:id="R3ce6475c26384e42"/>
    <p:sldLayoutId xmlns:r="http://schemas.openxmlformats.org/officeDocument/2006/relationships" id="2147483652" r:id="R6e033891d9fe47e9"/>
    <p:sldLayoutId xmlns:r="http://schemas.openxmlformats.org/officeDocument/2006/relationships" id="2147483653" r:id="R8c8b7eca13b544cc"/>
    <p:sldLayoutId xmlns:r="http://schemas.openxmlformats.org/officeDocument/2006/relationships" id="2147483654" r:id="R4b4feee0375244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bb56659874112" /><Relationship Type="http://schemas.openxmlformats.org/officeDocument/2006/relationships/notesSlide" Target="/ppt/notesSlides/notesSlide1.xml" Id="Rb526d24e551841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294a6c4a742f5" /><Relationship Type="http://schemas.openxmlformats.org/officeDocument/2006/relationships/notesSlide" Target="/ppt/notesSlides/notesSlide2.xml" Id="Rddfa1d46570142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31044469a4223" /><Relationship Type="http://schemas.openxmlformats.org/officeDocument/2006/relationships/notesSlide" Target="/ppt/notesSlides/notesSlide3.xml" Id="R089f913245c444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89294c9074a6f" /><Relationship Type="http://schemas.openxmlformats.org/officeDocument/2006/relationships/notesSlide" Target="/ppt/notesSlides/notesSlide4.xml" Id="Rb007d7863e3545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12cc1b1cff4c05" /><Relationship Type="http://schemas.openxmlformats.org/officeDocument/2006/relationships/notesSlide" Target="/ppt/notesSlides/notesSlide5.xml" Id="Rf7a897fb41474d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9a8e9fcda43f7" /><Relationship Type="http://schemas.openxmlformats.org/officeDocument/2006/relationships/notesSlide" Target="/ppt/notesSlides/notesSlide6.xml" Id="R1fd475fc43f24f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1871fbe49444b" /><Relationship Type="http://schemas.openxmlformats.org/officeDocument/2006/relationships/notesSlide" Target="/ppt/notesSlides/notesSlide7.xml" Id="R21391209c77545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527a925074a7f" /><Relationship Type="http://schemas.openxmlformats.org/officeDocument/2006/relationships/notesSlide" Target="/ppt/notesSlides/notesSlide8.xml" Id="Rcae6263aeb6049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b5c9bbc1b4eed" /><Relationship Type="http://schemas.openxmlformats.org/officeDocument/2006/relationships/notesSlide" Target="/ppt/notesSlides/notesSlide9.xml" Id="Ra1b45e6fc81648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8BD84-E86A-410F-A74D-FB4DAB97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C1564-C7F7-45CC-85B0-C691EE8E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AI의 답을 자료로 확인하기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6FC83-0CD6-4DA4-AD35-00959A4E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조선 유산에 관한 문장을 원문과 비교하고 근거와 출처를 남길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44668-E514-4D38-B729-53C65EDE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도입 5분 · 설명과 연습 10분 · 모둠 조사 20분 · 공유 5분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5AAA3-4BE6-4B7F-837F-CD448FCB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16286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44B57-C3AF-4D19-9ED1-7C31E5C2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04EAA-FBE0-473C-9839-C56801BA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반이 조사할 조선 유산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E0F6F-F05A-45A7-AB72-6BC92F59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훈민정음 해례본, 조선왕조실록, 수원 화성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DD18D-3BD9-4146-832C-259ADD37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자격루와 앙부일구, 종묘, 난중일기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3D5E0-4714-4BB8-BE02-7E66B353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모둠마다 한 대상을 골라 같은 자료를 6차시까지 이어 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C0298-215A-471B-A4FF-DE0EA9BA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1840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04813-B662-4CC5-8F0C-F430FB60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1023F-DD0B-4159-8100-AD1B61E9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글과 사진도 데이터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F9854-6E2C-4622-848B-C11ACB27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데이터는 관찰하거나 기록한 자료예요.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9F920-B7D8-4995-82BA-B71BC7F5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이번 수업에서 세는 단위는 유산 개수가 아니라 확인한 문장 하나예요.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B3823-3E69-4E02-95ED-DB0BE3F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사진에서 본 모양과 자료를 읽고 안 사실을 나누어 말해요.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59EFF-BAEE-4858-A559-9F471214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0068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C4FD3-371E-4CDB-A4A8-C6AEE14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3CAD7-0146-424C-B071-C1A39B72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 답변을 확인하는 까닭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C2BF4-2652-4351-BEB7-1F84C910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AI가 자연스럽게 설명해도 내용과 출처가 틀릴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B2396-433A-437F-8F0C-87873707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긴 답변을 한 가지 주장씩 나누고, 각 주장에 맞는 자료를 찾아요.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FD676-D4A6-4873-8FA0-30A3875B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AI가 알려 준 링크도 실제로 열어 같은 내용이 있는지 읽어요.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9E529-917F-4276-AEA1-DB533624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910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250EB-B934-4A84-9818-980F2C86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CE6D8-B0D3-43B0-BD8A-5A3B45E1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함께 확인할 연습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B1EE5-BC48-45E0-80E2-A099FDB8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연습용 문장: “세종은 1446년에 새 글자를 처음 만들었다.”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81754-2147-4278-9DBE-BFD6488B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자료에는 1443년 창제, 1446년 해례본 간행이 구별되어 있어요.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A8DC4-D217-4DA3-8A95-D41290C4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어느 부분을 고치고, 어떤 출처를 남겨야 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10A7E-97AA-4EB7-9195-6864F3D7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00164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0BF51-902F-45C7-8D99-43556859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B942E-60BB-4708-BCA2-2939C0B2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판단에는 근거가 필요해요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4F044-FC86-48E9-A24A-943EAF5B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자료와 같음: 같은 내용을 찾은 위치를 남겨요.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F9CEE-1D8F-4655-8001-0AADC61D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자료와 다름: 틀린 부분을 고치고 원문을 남겨요.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83151-CA44-4892-8DD7-BF292CE7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 부족: 아직 확인하지 못했다고 표시해요.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46D9F-F7A8-4AB1-99A7-CE342977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416532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454BF-6E90-45C4-B0D9-800EAB05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6C029-914D-4EC7-84C8-5638BE40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친구가 다시 찾을 수 있는 출처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181EC-4C92-4AA9-9DDC-32C14C00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기관 이름과 자료 제목을 적어요.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60F58-E9BE-4B1F-A452-C0523292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책은 쪽수, 웹 자료는 정확한 주소와 읽은 위치를 적어요.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CD660-FD3E-45D1-92AF-94A170BE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같은 원문의 두 부분은 서로 다른 출처 두 개가 아니에요.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89885-032C-40A7-9FA7-799EA1FE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323027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A706E-D5F0-4A87-AA2B-4E86A740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6E37F-3C6F-482A-AAA6-3DE4AD48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조사 20분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BE83A-4067-4460-B585-36AA643E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질문을 정하고 원문을 읽는 사람, 기록하는 사람을 나누어요.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22BA5-A150-4FFF-9910-02E93654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한 문장에 한 사실을 쓰고 원문과 뜻이 같은지 확인해요.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B18F4-52A9-4845-968B-15049F8D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자료에 없는 내용을 빈칸을 채우려고 만들어 넣지 않아요.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9F2C4-F1B4-4E71-B8DD-D602971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52128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D75BD-01E0-49ED-863A-E74380FC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1차시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94E9F-D836-4832-BDFA-D0DB0CC6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오늘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3BE9A-420C-447D-907F-B6233CC5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친구가 내 출처를 보고 같은 문장을 찾을 수 있나요?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7964A-BB04-48F7-BD3B-BA36618E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창제·간행·발견 시기를 서로 섞지는 않았나요?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06AA4-6123-43A2-AB59-7D06F1BD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다음 시간에는 이 문장과 출처를 그대로 가져와요.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FBBEA-CC36-4795-B4D4-B823248E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57553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2026-10-21T01:18:36.0320000Z</dcterms:created>
  <dcterms:modified xsi:type="dcterms:W3CDTF">2026-10-21T01:18:36.0320000Z</dcterms:modified>
</coreProperties>
</file>