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30156d3fb1433c" /><Relationship Type="http://schemas.openxmlformats.org/officeDocument/2006/relationships/extended-properties" Target="/docProps/app.xml" Id="R0b1459974fc54051" /><Relationship Type="http://schemas.openxmlformats.org/officeDocument/2006/relationships/officeDocument" Target="/ppt/presentation.xml" Id="Rf04381833e38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c073ff2f94bf9"/>
  </p:sldMasterIdLst>
  <p:notesMasterIdLst>
    <p:notesMasterId xmlns:r="http://schemas.openxmlformats.org/officeDocument/2006/relationships" r:id="R006aade0b5be4f65"/>
  </p:notesMasterIdLst>
  <p:sldIdLst>
    <p:sldId xmlns:r="http://schemas.openxmlformats.org/officeDocument/2006/relationships" id="256" r:id="R05fc9df6eb794b18"/>
    <p:sldId xmlns:r="http://schemas.openxmlformats.org/officeDocument/2006/relationships" id="257" r:id="R5bef272b38d344bc"/>
    <p:sldId xmlns:r="http://schemas.openxmlformats.org/officeDocument/2006/relationships" id="258" r:id="R53d0f5ff8105404d"/>
    <p:sldId xmlns:r="http://schemas.openxmlformats.org/officeDocument/2006/relationships" id="259" r:id="Rfb47b380355e4731"/>
    <p:sldId xmlns:r="http://schemas.openxmlformats.org/officeDocument/2006/relationships" id="260" r:id="R088bccce552c4bf6"/>
    <p:sldId xmlns:r="http://schemas.openxmlformats.org/officeDocument/2006/relationships" id="261" r:id="Rd190166e3eb64c98"/>
    <p:sldId xmlns:r="http://schemas.openxmlformats.org/officeDocument/2006/relationships" id="262" r:id="Rd717c7183a29464a"/>
    <p:sldId xmlns:r="http://schemas.openxmlformats.org/officeDocument/2006/relationships" id="263" r:id="Re8e8fda24a6c4715"/>
    <p:sldId xmlns:r="http://schemas.openxmlformats.org/officeDocument/2006/relationships" id="264" r:id="R2f9359b9497f49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1f4bb677646d9" /><Relationship Type="http://schemas.openxmlformats.org/officeDocument/2006/relationships/slideMaster" Target="/ppt/slideMasters/slideMaster1.xml" Id="R37ac073ff2f94bf9" /><Relationship Type="http://schemas.openxmlformats.org/officeDocument/2006/relationships/notesMaster" Target="/ppt/notesMasters/notesMaster1.xml" Id="R006aade0b5be4f65" /><Relationship Type="http://schemas.openxmlformats.org/officeDocument/2006/relationships/presProps" Target="/ppt/presProps.xml" Id="R6e7b137113bc4d45" /><Relationship Type="http://schemas.openxmlformats.org/officeDocument/2006/relationships/tableStyles" Target="/ppt/tableStyles.xml" Id="R9d8aa720f806412b" /><Relationship Type="http://schemas.openxmlformats.org/officeDocument/2006/relationships/slide" Target="/ppt/slides/slide1.xml" Id="R05fc9df6eb794b18" /><Relationship Type="http://schemas.openxmlformats.org/officeDocument/2006/relationships/slide" Target="/ppt/slides/slide2.xml" Id="R5bef272b38d344bc" /><Relationship Type="http://schemas.openxmlformats.org/officeDocument/2006/relationships/slide" Target="/ppt/slides/slide3.xml" Id="R53d0f5ff8105404d" /><Relationship Type="http://schemas.openxmlformats.org/officeDocument/2006/relationships/slide" Target="/ppt/slides/slide4.xml" Id="Rfb47b380355e4731" /><Relationship Type="http://schemas.openxmlformats.org/officeDocument/2006/relationships/slide" Target="/ppt/slides/slide5.xml" Id="R088bccce552c4bf6" /><Relationship Type="http://schemas.openxmlformats.org/officeDocument/2006/relationships/slide" Target="/ppt/slides/slide6.xml" Id="Rd190166e3eb64c98" /><Relationship Type="http://schemas.openxmlformats.org/officeDocument/2006/relationships/slide" Target="/ppt/slides/slide7.xml" Id="Rd717c7183a29464a" /><Relationship Type="http://schemas.openxmlformats.org/officeDocument/2006/relationships/slide" Target="/ppt/slides/slide8.xml" Id="Re8e8fda24a6c4715" /><Relationship Type="http://schemas.openxmlformats.org/officeDocument/2006/relationships/slide" Target="/ppt/slides/slide9.xml" Id="R2f9359b9497f49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923261ff03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09d6ca381405a" /><Relationship Type="http://schemas.openxmlformats.org/officeDocument/2006/relationships/notesMaster" Target="/ppt/notesMasters/notesMaster1.xml" Id="Rd88edf642161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d78ce697e4940" /><Relationship Type="http://schemas.openxmlformats.org/officeDocument/2006/relationships/notesMaster" Target="/ppt/notesMasters/notesMaster1.xml" Id="Rd1d55f9b9d2c4e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c878f418f4ea5" /><Relationship Type="http://schemas.openxmlformats.org/officeDocument/2006/relationships/notesMaster" Target="/ppt/notesMasters/notesMaster1.xml" Id="R9c25288cd8fb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a6053435da4295" /><Relationship Type="http://schemas.openxmlformats.org/officeDocument/2006/relationships/notesMaster" Target="/ppt/notesMasters/notesMaster1.xml" Id="R0758ef0744d4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c3e3bd7004805" /><Relationship Type="http://schemas.openxmlformats.org/officeDocument/2006/relationships/notesMaster" Target="/ppt/notesMasters/notesMaster1.xml" Id="R17c9e124c5c5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30d17c32e4744" /><Relationship Type="http://schemas.openxmlformats.org/officeDocument/2006/relationships/notesMaster" Target="/ppt/notesMasters/notesMaster1.xml" Id="Ra784e13e5e4047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710c2d88bb40f2" /><Relationship Type="http://schemas.openxmlformats.org/officeDocument/2006/relationships/notesMaster" Target="/ppt/notesMasters/notesMaster1.xml" Id="Rd2d2c4d5624945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fbf761b5f4816" /><Relationship Type="http://schemas.openxmlformats.org/officeDocument/2006/relationships/notesMaster" Target="/ppt/notesMasters/notesMaster1.xml" Id="R7570e55b271e41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ceb251423f4f91" /><Relationship Type="http://schemas.openxmlformats.org/officeDocument/2006/relationships/notesMaster" Target="/ppt/notesMasters/notesMaster1.xml" Id="R84209340ab66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유산의 특징을 관찰하고 AR 사진 또는 모형에 설명할 위치를 정할 수 있어요.</a:t>
            </a:r>
          </a:p>
          <a:p xmlns:a="http://schemas.openxmlformats.org/drawingml/2006/main">
            <a:r>
              <a:t>운영: 관찰 5분 · 시범 8분 · 전시 준비 22분 · 저장 5분</a:t>
            </a:r>
          </a:p>
          <a:p xmlns:a="http://schemas.openxmlformats.org/drawingml/2006/main">
            <a:r>
              <a:t>활동지: 관찰한 특징, 전시 계획, 표현 점검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1d28b30c244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6de50974242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5d57355524b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e56903f1049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0cc9f203b4b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0d53ef53b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6AA3A-E238-480C-8057-AE7608694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FC6A20-6640-43E3-8331-93778A5DA8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3789B7-AF0E-434F-9204-399C9CFF0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8C402-7012-4D93-BE9A-8D59E88AB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A51A3D-AC20-44BC-BD7F-4382C3FE17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7883FF-FC06-4F41-93D1-ADA79766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31B16C-AAA2-4DE2-8234-3B2D2B218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C9B376-5EAE-4108-ACA4-672657D961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829557-C9B9-4D20-BCA7-C2EC7CEE57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643A17-1502-4BAE-BBD3-1D42282686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2cfbb640bd4889" /><Relationship Type="http://schemas.openxmlformats.org/officeDocument/2006/relationships/slideLayout" Target="/ppt/slideLayouts/slideLayout1.xml" Id="R3ac235bcad274849" /><Relationship Type="http://schemas.openxmlformats.org/officeDocument/2006/relationships/slideLayout" Target="/ppt/slideLayouts/slideLayout2.xml" Id="R2dd9346bc10446c0" /><Relationship Type="http://schemas.openxmlformats.org/officeDocument/2006/relationships/slideLayout" Target="/ppt/slideLayouts/slideLayout3.xml" Id="Rbad2147b108140fc" /><Relationship Type="http://schemas.openxmlformats.org/officeDocument/2006/relationships/slideLayout" Target="/ppt/slideLayouts/slideLayout4.xml" Id="Rf00ad82cc6e44080" /><Relationship Type="http://schemas.openxmlformats.org/officeDocument/2006/relationships/slideLayout" Target="/ppt/slideLayouts/slideLayout5.xml" Id="R54aba060c5944168" /><Relationship Type="http://schemas.openxmlformats.org/officeDocument/2006/relationships/slideLayout" Target="/ppt/slideLayouts/slideLayout6.xml" Id="R1448c1c7b1dc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235bcad274849"/>
    <p:sldLayoutId xmlns:r="http://schemas.openxmlformats.org/officeDocument/2006/relationships" id="2147483650" r:id="R2dd9346bc10446c0"/>
    <p:sldLayoutId xmlns:r="http://schemas.openxmlformats.org/officeDocument/2006/relationships" id="2147483651" r:id="Rbad2147b108140fc"/>
    <p:sldLayoutId xmlns:r="http://schemas.openxmlformats.org/officeDocument/2006/relationships" id="2147483652" r:id="Rf00ad82cc6e44080"/>
    <p:sldLayoutId xmlns:r="http://schemas.openxmlformats.org/officeDocument/2006/relationships" id="2147483653" r:id="R54aba060c5944168"/>
    <p:sldLayoutId xmlns:r="http://schemas.openxmlformats.org/officeDocument/2006/relationships" id="2147483654" r:id="R1448c1c7b1dc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b742978114da4" /><Relationship Type="http://schemas.openxmlformats.org/officeDocument/2006/relationships/notesSlide" Target="/ppt/notesSlides/notesSlide1.xml" Id="R843afc9bc5ee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fa8879f454352" /><Relationship Type="http://schemas.openxmlformats.org/officeDocument/2006/relationships/notesSlide" Target="/ppt/notesSlides/notesSlide2.xml" Id="Rb1b801993f4549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0a905392949ea" /><Relationship Type="http://schemas.openxmlformats.org/officeDocument/2006/relationships/notesSlide" Target="/ppt/notesSlides/notesSlide3.xml" Id="R5a740613159b4c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b25178c0d4a3c" /><Relationship Type="http://schemas.openxmlformats.org/officeDocument/2006/relationships/notesSlide" Target="/ppt/notesSlides/notesSlide4.xml" Id="R3afbfe49318b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1a5368d9e4ce8" /><Relationship Type="http://schemas.openxmlformats.org/officeDocument/2006/relationships/notesSlide" Target="/ppt/notesSlides/notesSlide5.xml" Id="R3e11a38c51fd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ac7ae9f0e429c" /><Relationship Type="http://schemas.openxmlformats.org/officeDocument/2006/relationships/notesSlide" Target="/ppt/notesSlides/notesSlide6.xml" Id="Rf52380d5af6045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fe1bd80fd45cb" /><Relationship Type="http://schemas.openxmlformats.org/officeDocument/2006/relationships/notesSlide" Target="/ppt/notesSlides/notesSlide7.xml" Id="Rdf6539a2a4a949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547c1a5014feb" /><Relationship Type="http://schemas.openxmlformats.org/officeDocument/2006/relationships/notesSlide" Target="/ppt/notesSlides/notesSlide8.xml" Id="Rc2725ef757de4b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53a59f85b4e0d" /><Relationship Type="http://schemas.openxmlformats.org/officeDocument/2006/relationships/notesSlide" Target="/ppt/notesSlides/notesSlide9.xml" Id="R0e474e73153e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1BC0D-1BE1-4866-B358-61EEC638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BD1C8-8AFE-4ECF-837B-FD1996FF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조선 유산 AR 전시 준비하기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E24EA-1660-44DF-A603-B50DA49A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유산의 특징을 관찰하고 AR 사진 또는 모형에 설명할 위치를 정할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4222C-3563-4696-B73B-381B809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관찰 5분 · 시범 8분 · 전시 준비 22분 · 저장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44794-66FC-4BD8-82FC-D898300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8987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FBE3F-674F-4AD1-9115-A61C942E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0B6A3-8061-48D6-8C95-D11BEA1B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자료가 전시가 되기까지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4A432-CD7E-4ADC-8677-690F294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1차시 근거 문장과 출처를 다시 펼쳐요.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64C5-7B8E-4A60-B26E-773B4FD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그래프는 조사 내용의 구성을 보여 주고, 해설은 유산의 특징을 설명해요.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A6CD7-6832-4AFC-9048-5F534F5F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관람객에게 보여 줄 핵심 특징을 골라요.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7F8D7-EC11-4182-873E-E040902B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5187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4886-B15A-4FF9-A5B6-18596431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3BBEB-BE0B-426C-A2EC-AAD6BFA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사진과 입체 모형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D3C3-9B6D-4AEA-AF28-E4F0A30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사진은 한 방향의 모습을 보여 줘요.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0E1D5-177C-4A6B-A7FB-23CE8577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입체 모형은 앞·옆·위를 돌려 볼 수 있지만 실제 유산과 다를 수 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A4E88-A60C-425B-AB27-FCB9D0CA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AR로도 같은 설명 활동을 할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86DBE-3CF6-404D-AE8F-EFE3A82E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9254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18DA-6BDD-4C31-8E91-06DD77F2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E1356-D44E-4DFF-8A19-5039991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관찰과 추측 구별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16585-5593-4DF4-BE92-EB1024E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수원 화성 사진에서 성벽의 모양은 관찰할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01FFC-550E-4E14-A06B-6B33AC3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사진만으로 모든 공사 방법이나 사람의 생각을 알 수는 없어요.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14BC4-A35E-4CB7-9EB8-6B40C346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쓰임과 제작 방법은 확인한 자료를 읽고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51E2A-9385-49A4-B71B-D74AD59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75481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F7AF7-6372-4887-8F76-823B6A8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06BC-560E-4CA6-AA72-AEEFF27B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설명할 위치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E55E5-3909-46A2-A8EA-E2E90B4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관람객이 찾아보기 쉬운 특징 두 곳을 골라요.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EF9A3-B867-4678-B78E-8CB4602C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자리에 점을 겹치지 않게 놓아요.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35A10-EB77-4AEB-8D5A-0EE00DE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점의 제목만 읽어도 설명 주제를 알 수 있게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AEB47-620C-478D-BE54-E1F8C688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03312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3B597-B7E4-44CC-8272-4BBFE484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F2895-DBE0-4972-ADE4-B7A1C7F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교사 시범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17286-781D-45E1-BCE3-31D5C28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 편집기를 열고 우리 모둠 유산을 선택해요.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76660-6A8A-450C-A7AA-DB1B74A0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사진의 설명점을 옮기고 제목을 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CE436-1CCE-48B5-8C0B-885D5444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교사가 준비한 GLB·STL이 있으면 출처와 함께 넣을 수 있어요.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6880D-E1E5-4E36-8228-FDDC9EA7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8282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5E055-FFE1-4691-9365-ACB3FEE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CBDCB-2620-47C6-A419-F6C16D00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전시 준비 22분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FE13D-78D0-4617-9A01-CC3CF9B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관찰, 근거 읽기, 화면 조작을 돌아가며 맡아요.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A7B94-996A-4BD8-BFE9-CDD90A05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설명할 부분과 근거가 맞는지 친구에게 물어요.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030F4-F955-4D21-ACEC-C5836B8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확인하지 못한 장식이나 구조는 사실처럼 설명하지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6AF74-2D16-4D66-A043-77AC312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37445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7CFB6-BC90-4E1F-8D55-AD88975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6A29C-BF0F-46FC-90AA-E63755EC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기기로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9D491-A608-4A08-A42C-D7C415B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작업 파일을 저장하고 다른 기기에서 다시 열어요.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EC8A-069F-4206-AD98-91D208D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 또는 모형과 설명점이 보이는지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8787D-FAC1-4946-89D1-0B0EE875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카메라가 어려우면 화면 관람으로 이어 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24FFE-9D50-4CC3-9A3A-B3AAA22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28509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E5573-A6C6-4238-A3E7-C8897568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4차시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9BF4-99AF-4CA7-AFFE-32E292E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D71D4-C184-40D8-B6C3-73E39FE7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설명점마다 확인한 근거와 출처를 가져와요.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CD720-E181-491B-B2B1-E85F9D4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소리를 듣기 어려운 친구도 읽을 수 있게 해설 글을 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C7943-957D-4AA2-933A-3274177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5차시에 녹음과 관람 문제를 완성해요.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71671-EB4A-4CB3-9E5B-0C864D9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41481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2026-10-21T01:18:42.6520000Z</dcterms:created>
  <dcterms:modified xsi:type="dcterms:W3CDTF">2026-10-21T01:18:42.6520000Z</dcterms:modified>
</coreProperties>
</file>