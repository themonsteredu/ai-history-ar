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86725a20a74330" /><Relationship Type="http://schemas.openxmlformats.org/officeDocument/2006/relationships/extended-properties" Target="/docProps/app.xml" Id="R807f46d9ba2547a2" /><Relationship Type="http://schemas.openxmlformats.org/officeDocument/2006/relationships/officeDocument" Target="/ppt/presentation.xml" Id="Ra707bf95725c48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610c3447f845ab"/>
  </p:sldMasterIdLst>
  <p:notesMasterIdLst>
    <p:notesMasterId xmlns:r="http://schemas.openxmlformats.org/officeDocument/2006/relationships" r:id="Rc84b1f5d520c4d47"/>
  </p:notesMasterIdLst>
  <p:sldIdLst>
    <p:sldId xmlns:r="http://schemas.openxmlformats.org/officeDocument/2006/relationships" id="256" r:id="R6244bcabf15f46f2"/>
    <p:sldId xmlns:r="http://schemas.openxmlformats.org/officeDocument/2006/relationships" id="257" r:id="Rb534f7ad809d48ae"/>
    <p:sldId xmlns:r="http://schemas.openxmlformats.org/officeDocument/2006/relationships" id="258" r:id="Rb653fb694dea41ea"/>
    <p:sldId xmlns:r="http://schemas.openxmlformats.org/officeDocument/2006/relationships" id="259" r:id="Rf4387d8429334552"/>
    <p:sldId xmlns:r="http://schemas.openxmlformats.org/officeDocument/2006/relationships" id="260" r:id="R8cfe6bdcd35940fb"/>
    <p:sldId xmlns:r="http://schemas.openxmlformats.org/officeDocument/2006/relationships" id="261" r:id="R9bf27f84322c4015"/>
    <p:sldId xmlns:r="http://schemas.openxmlformats.org/officeDocument/2006/relationships" id="262" r:id="Rb7eae2186ad34028"/>
    <p:sldId xmlns:r="http://schemas.openxmlformats.org/officeDocument/2006/relationships" id="263" r:id="Rf72d8393b89842b4"/>
    <p:sldId xmlns:r="http://schemas.openxmlformats.org/officeDocument/2006/relationships" id="264" r:id="R0152a2f0a47f4f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df995250894776" /><Relationship Type="http://schemas.openxmlformats.org/officeDocument/2006/relationships/slideMaster" Target="/ppt/slideMasters/slideMaster1.xml" Id="R02610c3447f845ab" /><Relationship Type="http://schemas.openxmlformats.org/officeDocument/2006/relationships/notesMaster" Target="/ppt/notesMasters/notesMaster1.xml" Id="Rc84b1f5d520c4d47" /><Relationship Type="http://schemas.openxmlformats.org/officeDocument/2006/relationships/presProps" Target="/ppt/presProps.xml" Id="Rb31a067e5557400b" /><Relationship Type="http://schemas.openxmlformats.org/officeDocument/2006/relationships/tableStyles" Target="/ppt/tableStyles.xml" Id="R3e244f610dde438e" /><Relationship Type="http://schemas.openxmlformats.org/officeDocument/2006/relationships/slide" Target="/ppt/slides/slide1.xml" Id="R6244bcabf15f46f2" /><Relationship Type="http://schemas.openxmlformats.org/officeDocument/2006/relationships/slide" Target="/ppt/slides/slide2.xml" Id="Rb534f7ad809d48ae" /><Relationship Type="http://schemas.openxmlformats.org/officeDocument/2006/relationships/slide" Target="/ppt/slides/slide3.xml" Id="Rb653fb694dea41ea" /><Relationship Type="http://schemas.openxmlformats.org/officeDocument/2006/relationships/slide" Target="/ppt/slides/slide4.xml" Id="Rf4387d8429334552" /><Relationship Type="http://schemas.openxmlformats.org/officeDocument/2006/relationships/slide" Target="/ppt/slides/slide5.xml" Id="R8cfe6bdcd35940fb" /><Relationship Type="http://schemas.openxmlformats.org/officeDocument/2006/relationships/slide" Target="/ppt/slides/slide6.xml" Id="R9bf27f84322c4015" /><Relationship Type="http://schemas.openxmlformats.org/officeDocument/2006/relationships/slide" Target="/ppt/slides/slide7.xml" Id="Rb7eae2186ad34028" /><Relationship Type="http://schemas.openxmlformats.org/officeDocument/2006/relationships/slide" Target="/ppt/slides/slide8.xml" Id="Rf72d8393b89842b4" /><Relationship Type="http://schemas.openxmlformats.org/officeDocument/2006/relationships/slide" Target="/ppt/slides/slide9.xml" Id="R0152a2f0a47f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cbe512fee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19b913b9d4d05" /><Relationship Type="http://schemas.openxmlformats.org/officeDocument/2006/relationships/notesMaster" Target="/ppt/notesMasters/notesMaster1.xml" Id="R416231c172e142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74ab36877c4639" /><Relationship Type="http://schemas.openxmlformats.org/officeDocument/2006/relationships/notesMaster" Target="/ppt/notesMasters/notesMaster1.xml" Id="Re95759fbda2442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b33ed431794611" /><Relationship Type="http://schemas.openxmlformats.org/officeDocument/2006/relationships/notesMaster" Target="/ppt/notesMasters/notesMaster1.xml" Id="R568ec1c02237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613effd41d4931" /><Relationship Type="http://schemas.openxmlformats.org/officeDocument/2006/relationships/notesMaster" Target="/ppt/notesMasters/notesMaster1.xml" Id="Rafe3c87f9a97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7d415ffd44026" /><Relationship Type="http://schemas.openxmlformats.org/officeDocument/2006/relationships/notesMaster" Target="/ppt/notesMasters/notesMaster1.xml" Id="Rbaa13b0c0fa74f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703edc7a1e4901" /><Relationship Type="http://schemas.openxmlformats.org/officeDocument/2006/relationships/notesMaster" Target="/ppt/notesMasters/notesMaster1.xml" Id="R4b3cf76f368e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f9f0165b70434b" /><Relationship Type="http://schemas.openxmlformats.org/officeDocument/2006/relationships/notesMaster" Target="/ppt/notesMasters/notesMaster1.xml" Id="R36fee9814fc04c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68f8395ef2401c" /><Relationship Type="http://schemas.openxmlformats.org/officeDocument/2006/relationships/notesMaster" Target="/ppt/notesMasters/notesMaster1.xml" Id="Rf71455a0182840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f5fc9148f041c6" /><Relationship Type="http://schemas.openxmlformats.org/officeDocument/2006/relationships/notesMaster" Target="/ppt/notesMasters/notesMaster1.xml" Id="R5953b79411d646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b76923a8647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357581e3349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ee8760eb64b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29a32656145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bf7581b3c4c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d93420a9b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F507EE-95A7-4E26-885E-F16551027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1853C5-FD67-4698-AC68-E3655F09E3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AEBDB2-CF41-43B8-BD12-64FD45D67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04D9E1-0915-4A80-A227-0B486161D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142AF9-E225-4FE1-8140-27E2F29FB8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BD0BD8-7914-4023-A257-5654B7C85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FDDB38-1B6B-4E59-A30B-9D591C52B5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22C6EC-E1DB-481A-80B0-02AD9E6119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A379C-3EA0-41CF-92DA-9A3A7CBAD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1896AF-8178-4447-B130-DE0818F3D8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e4de937d334240" /><Relationship Type="http://schemas.openxmlformats.org/officeDocument/2006/relationships/slideLayout" Target="/ppt/slideLayouts/slideLayout1.xml" Id="Rd885c968153a4ac4" /><Relationship Type="http://schemas.openxmlformats.org/officeDocument/2006/relationships/slideLayout" Target="/ppt/slideLayouts/slideLayout2.xml" Id="R1371fdd8a8044abb" /><Relationship Type="http://schemas.openxmlformats.org/officeDocument/2006/relationships/slideLayout" Target="/ppt/slideLayouts/slideLayout3.xml" Id="Rd9c2e51500244d88" /><Relationship Type="http://schemas.openxmlformats.org/officeDocument/2006/relationships/slideLayout" Target="/ppt/slideLayouts/slideLayout4.xml" Id="R5d44d72098204244" /><Relationship Type="http://schemas.openxmlformats.org/officeDocument/2006/relationships/slideLayout" Target="/ppt/slideLayouts/slideLayout5.xml" Id="R55ae0f1a458b45ff" /><Relationship Type="http://schemas.openxmlformats.org/officeDocument/2006/relationships/slideLayout" Target="/ppt/slideLayouts/slideLayout6.xml" Id="R573afbaeed9547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5c968153a4ac4"/>
    <p:sldLayoutId xmlns:r="http://schemas.openxmlformats.org/officeDocument/2006/relationships" id="2147483650" r:id="R1371fdd8a8044abb"/>
    <p:sldLayoutId xmlns:r="http://schemas.openxmlformats.org/officeDocument/2006/relationships" id="2147483651" r:id="Rd9c2e51500244d88"/>
    <p:sldLayoutId xmlns:r="http://schemas.openxmlformats.org/officeDocument/2006/relationships" id="2147483652" r:id="R5d44d72098204244"/>
    <p:sldLayoutId xmlns:r="http://schemas.openxmlformats.org/officeDocument/2006/relationships" id="2147483653" r:id="R55ae0f1a458b45ff"/>
    <p:sldLayoutId xmlns:r="http://schemas.openxmlformats.org/officeDocument/2006/relationships" id="2147483654" r:id="R573afbaeed9547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d98bd43504834" /><Relationship Type="http://schemas.openxmlformats.org/officeDocument/2006/relationships/notesSlide" Target="/ppt/notesSlides/notesSlide1.xml" Id="R98f1f652c60b47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c9052432a422c" /><Relationship Type="http://schemas.openxmlformats.org/officeDocument/2006/relationships/notesSlide" Target="/ppt/notesSlides/notesSlide2.xml" Id="Rf3550a228b6f49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078c999864bea" /><Relationship Type="http://schemas.openxmlformats.org/officeDocument/2006/relationships/notesSlide" Target="/ppt/notesSlides/notesSlide3.xml" Id="R0c78a09904da46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6c98b5f084cfb" /><Relationship Type="http://schemas.openxmlformats.org/officeDocument/2006/relationships/notesSlide" Target="/ppt/notesSlides/notesSlide4.xml" Id="R698642eaed3a41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167677f4746f8" /><Relationship Type="http://schemas.openxmlformats.org/officeDocument/2006/relationships/notesSlide" Target="/ppt/notesSlides/notesSlide5.xml" Id="R1dda3844aa6747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127c55afc4916" /><Relationship Type="http://schemas.openxmlformats.org/officeDocument/2006/relationships/notesSlide" Target="/ppt/notesSlides/notesSlide6.xml" Id="Rf4ce130c6cb74f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0f72078ba4860" /><Relationship Type="http://schemas.openxmlformats.org/officeDocument/2006/relationships/notesSlide" Target="/ppt/notesSlides/notesSlide7.xml" Id="R75ad69c2fd4e46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c23930acc4bab" /><Relationship Type="http://schemas.openxmlformats.org/officeDocument/2006/relationships/notesSlide" Target="/ppt/notesSlides/notesSlide8.xml" Id="R71604d02e8a042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9cf89bb7a4e7b" /><Relationship Type="http://schemas.openxmlformats.org/officeDocument/2006/relationships/notesSlide" Target="/ppt/notesSlides/notesSlide9.xml" Id="R9a8f36857f734c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1EE57-0358-4ADA-9465-1DA65AB0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460FE-F686-4054-8EEC-9C8B2060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전체 그래프 만들고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3FAE5-65D4-416F-B165-0A0895C7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모둠의 근거 표를 합쳐 이야기종류별 문장 수와 한계를 설명할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5BBCB-D602-4009-89DA-E8A056BD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개념 8분 · 통합과 그래프 22분 · 해석과 저장 10분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B758F-2A54-44D2-8D97-913E067A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9081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144E-3CCC-4F1F-841D-F6DCDF64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F4B1D-81F8-4D46-B949-FA3F39AE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모둠의 표를 하나로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A6698-1CAB-4CA4-9C00-3F2FA5F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선생님 기기에 모둠별 행을 이어 붙여요.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ABF94-C63E-4D6E-8143-89F49EA7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열 이름, 중복, 보류 문장 제외 여부를 함께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3354D-C158-4404-848D-3963439E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모둠별 행 수의 합과 학급 표의 행 수가 같아야 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2B171-52C2-47DB-88C1-C5F73184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098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3D577-990A-4B7F-A429-F287F2BB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54BC5-EB27-4658-80D5-764E51A3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그래프가 세는 대상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0173A-FECD-4B63-B703-B76DD606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가로축은 이야기종류, 세로축은 문장 수예요.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877A6-60E3-4651-8EE3-F6301CF8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문장이 5개라는 말은 유산이 5개라는 뜻이 아니에요.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EB1B0-B1DF-472B-BD7B-E94E65BE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제목은 “우리 반이 조사한 조선 유산의 이야기종류”로 붙여요.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12D0F-174F-4A46-AA61-7F8A1F46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7973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0E6ED-84A3-4CD1-942A-F2E65160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8B306-95B1-40D7-A2F9-71873C7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함께 읽을 연습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62850-E2D4-4755-B3DD-C4B14E6D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연습용 개수: 언제·어디 6, 재료·방법 8, 생김새 4, 쓰임·생활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7F7DD-85AC-46F7-A3C0-1E30BD94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합계는 24문장이에요. 재료·방법과 생김새의 차이는 4문장이에요.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B619E-9CAA-4E11-B6C1-293CFDE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 숫자는 연습 자료이며 실제 학급 조사 결과로 쓰지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2042D-5F89-4354-9AFE-81D66EEE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3712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FFB16-6D38-4539-B19C-AD9A2FEE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84421-1CF2-44CF-A98A-DC1C8773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 표 합치기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C510-75C7-4BA8-9922-4D510B11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‘모둠 파일 합치기’에서 여섯 모둠의 작업 파일을 골라요.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F70A6-7DAA-4429-A8B2-0F8B7A29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한글 열 이름과 전체 행 수가 맞는지 먼저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CC762-AC92-4B8F-86C8-284834F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여러 기기에서 같은 표를 동시에 편집한다고 생각하지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1E42A-DBF0-4F3B-9AAD-1BB82019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189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B0C7E-B2E3-4B8F-A041-EEC945B6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A6327-C2C3-428C-B490-66C49298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종류별 막대그래프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24ECC-944F-4178-AB76-0C636B0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‘그래프 만들기’를 눌러 이야기종류별 문장 수를 살펴요.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0D5AE-963D-4134-8457-3744A43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행의 개수가 막대와 숫자로 나타나요.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2492E-06B6-4D5A-B208-85A8B65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표에서 센 수와 막대의 수를 하나씩 대조해요.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9D6DF-CE7A-4824-8C91-8C0CDC5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8538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5E463-E1CB-46B0-9F08-0FBA660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0BB55-04BD-40DE-9EB2-E97FCE6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말할 수 있는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67F4F-3852-4698-A349-82E37EDF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“우리 반이 고른 24문장 중 재료·방법은 8문장입니다.”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680B6-8FAF-449B-91B2-B3AB7059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제목과 단위, 자료의 범위를 포함해 설명해요.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B7E0A-0F67-40CA-9C6E-46571515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실제 발표에서는 우리 반의 실제 개수로 바꾸어요.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8AE4D-3C57-4222-AC2B-C66B2E1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0918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E81AE-ABF2-499B-A2C1-F17AE782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F2BB-CF75-4372-ABE2-51CF1C4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말할 수 없는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37C8E-B44D-44EE-96EB-FECC1AE4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문장이 많다고 더 중요한 유산이라고 말할 수 없어요.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3B723-CC85-43E7-92F3-6C640C43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 자료만으로 조선 사람 전체의 생활을 알 수 없어요.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ACE0C-29AD-4DA9-850A-52F4B33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자료를 조사하면 그래프가 달라질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4B054-8985-4E97-ADCB-78AC77EC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32022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AA05A-D43E-4EE6-8866-7EAA9D87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A0632-AC5C-482E-95AF-C005FA2D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저장하고 전시로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84B27-E753-489D-B456-3559859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‘작업 파일 저장’으로 표를, ‘그래프 PNG 저장’으로 그림을 보관해요.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741A2-8D80-4BAA-84BF-AE951FD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 이미지와 학급 표를 함께 보관해요.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42960-6450-48FD-9A54-FB848222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AR 해설은 막대 높이 대신 1차시에서 확인한 사실을 바탕으로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94951-A81A-4AAC-B33B-1F6C9EEE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54650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2026-10-21T01:18:40.4320000Z</dcterms:created>
  <dcterms:modified xsi:type="dcterms:W3CDTF">2026-10-21T01:18:40.4320000Z</dcterms:modified>
</coreProperties>
</file>