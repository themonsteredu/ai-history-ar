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a948d459b468e" /><Relationship Type="http://schemas.openxmlformats.org/officeDocument/2006/relationships/extended-properties" Target="/docProps/app.xml" Id="R92cdc7723ef44c63" /><Relationship Type="http://schemas.openxmlformats.org/officeDocument/2006/relationships/officeDocument" Target="/ppt/presentation.xml" Id="R8724bfe491164b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2e17502bd426c"/>
  </p:sldMasterIdLst>
  <p:notesMasterIdLst>
    <p:notesMasterId xmlns:r="http://schemas.openxmlformats.org/officeDocument/2006/relationships" r:id="Re06ebeb1139e413c"/>
  </p:notesMasterIdLst>
  <p:sldIdLst>
    <p:sldId xmlns:r="http://schemas.openxmlformats.org/officeDocument/2006/relationships" id="256" r:id="Rb02ea64d14434763"/>
    <p:sldId xmlns:r="http://schemas.openxmlformats.org/officeDocument/2006/relationships" id="257" r:id="Rd148db44851d4306"/>
    <p:sldId xmlns:r="http://schemas.openxmlformats.org/officeDocument/2006/relationships" id="258" r:id="Rd299ba61ad7046fe"/>
    <p:sldId xmlns:r="http://schemas.openxmlformats.org/officeDocument/2006/relationships" id="259" r:id="R69230bedd4e74580"/>
    <p:sldId xmlns:r="http://schemas.openxmlformats.org/officeDocument/2006/relationships" id="260" r:id="R9f6bcee2d41145a1"/>
    <p:sldId xmlns:r="http://schemas.openxmlformats.org/officeDocument/2006/relationships" id="261" r:id="Rdd87cfd9c8394db3"/>
    <p:sldId xmlns:r="http://schemas.openxmlformats.org/officeDocument/2006/relationships" id="262" r:id="Rf89995fb609040ea"/>
    <p:sldId xmlns:r="http://schemas.openxmlformats.org/officeDocument/2006/relationships" id="263" r:id="R021ff20b00a94ee2"/>
    <p:sldId xmlns:r="http://schemas.openxmlformats.org/officeDocument/2006/relationships" id="264" r:id="R455cca3f81cc4d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1d9c28cd4c4c63" /><Relationship Type="http://schemas.openxmlformats.org/officeDocument/2006/relationships/slideMaster" Target="/ppt/slideMasters/slideMaster1.xml" Id="Re152e17502bd426c" /><Relationship Type="http://schemas.openxmlformats.org/officeDocument/2006/relationships/notesMaster" Target="/ppt/notesMasters/notesMaster1.xml" Id="Re06ebeb1139e413c" /><Relationship Type="http://schemas.openxmlformats.org/officeDocument/2006/relationships/presProps" Target="/ppt/presProps.xml" Id="Re0f6ff93d8d94980" /><Relationship Type="http://schemas.openxmlformats.org/officeDocument/2006/relationships/tableStyles" Target="/ppt/tableStyles.xml" Id="R2dce7f2addb54a8d" /><Relationship Type="http://schemas.openxmlformats.org/officeDocument/2006/relationships/slide" Target="/ppt/slides/slide1.xml" Id="Rb02ea64d14434763" /><Relationship Type="http://schemas.openxmlformats.org/officeDocument/2006/relationships/slide" Target="/ppt/slides/slide2.xml" Id="Rd148db44851d4306" /><Relationship Type="http://schemas.openxmlformats.org/officeDocument/2006/relationships/slide" Target="/ppt/slides/slide3.xml" Id="Rd299ba61ad7046fe" /><Relationship Type="http://schemas.openxmlformats.org/officeDocument/2006/relationships/slide" Target="/ppt/slides/slide4.xml" Id="R69230bedd4e74580" /><Relationship Type="http://schemas.openxmlformats.org/officeDocument/2006/relationships/slide" Target="/ppt/slides/slide5.xml" Id="R9f6bcee2d41145a1" /><Relationship Type="http://schemas.openxmlformats.org/officeDocument/2006/relationships/slide" Target="/ppt/slides/slide6.xml" Id="Rdd87cfd9c8394db3" /><Relationship Type="http://schemas.openxmlformats.org/officeDocument/2006/relationships/slide" Target="/ppt/slides/slide7.xml" Id="Rf89995fb609040ea" /><Relationship Type="http://schemas.openxmlformats.org/officeDocument/2006/relationships/slide" Target="/ppt/slides/slide8.xml" Id="R021ff20b00a94ee2" /><Relationship Type="http://schemas.openxmlformats.org/officeDocument/2006/relationships/slide" Target="/ppt/slides/slide9.xml" Id="R455cca3f81cc4d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df6c92a0474b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4726db97dd4380" /><Relationship Type="http://schemas.openxmlformats.org/officeDocument/2006/relationships/notesMaster" Target="/ppt/notesMasters/notesMaster1.xml" Id="Rdf1eb28d9245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f5bc15a15a4f92" /><Relationship Type="http://schemas.openxmlformats.org/officeDocument/2006/relationships/notesMaster" Target="/ppt/notesMasters/notesMaster1.xml" Id="R3ff1db20645949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f5638119de4527" /><Relationship Type="http://schemas.openxmlformats.org/officeDocument/2006/relationships/notesMaster" Target="/ppt/notesMasters/notesMaster1.xml" Id="R08a6118779e444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fd647fafc7421b" /><Relationship Type="http://schemas.openxmlformats.org/officeDocument/2006/relationships/notesMaster" Target="/ppt/notesMasters/notesMaster1.xml" Id="R98860a31489940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0dd0da9fcf42b7" /><Relationship Type="http://schemas.openxmlformats.org/officeDocument/2006/relationships/notesMaster" Target="/ppt/notesMasters/notesMaster1.xml" Id="R628a2a8fe4ff47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330b47599049ef" /><Relationship Type="http://schemas.openxmlformats.org/officeDocument/2006/relationships/notesMaster" Target="/ppt/notesMasters/notesMaster1.xml" Id="Rcf7bb4bfb55743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515224ddda4826" /><Relationship Type="http://schemas.openxmlformats.org/officeDocument/2006/relationships/notesMaster" Target="/ppt/notesMasters/notesMaster1.xml" Id="R12da053bc3f84d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f7766314b74a98" /><Relationship Type="http://schemas.openxmlformats.org/officeDocument/2006/relationships/notesMaster" Target="/ppt/notesMasters/notesMaster1.xml" Id="R11a4daeb42f343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3168c2f2814454" /><Relationship Type="http://schemas.openxmlformats.org/officeDocument/2006/relationships/notesMaster" Target="/ppt/notesMasters/notesMaster1.xml" Id="R8c3234eac7ce40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근거에 맞는 해설을 녹음하고 해설에서 답을 찾을 수 있는 문제를 만들 수 있어요.</a:t>
            </a:r>
          </a:p>
          <a:p xmlns:a="http://schemas.openxmlformats.org/drawingml/2006/main">
            <a:r>
              <a:t>운영: 근거 점검 8분 · 해설과 녹음 16분 · 문제 만들기 11분 · 저장 5분</a:t>
            </a:r>
          </a:p>
          <a:p xmlns:a="http://schemas.openxmlformats.org/drawingml/2006/main">
            <a:r>
              <a:t>활동지: 해설 대본, 관람 문제, 친구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c1c72ebe747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3fd2cea4549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d6441522840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160ebfc6748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bd84e318a44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326be009745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B01B30-8240-4D69-92D0-4ADACACA6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806A1E-6297-4078-B38E-BB7CE957F4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19C5A4-16BB-4CFB-AABE-D22692ACE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8869AA-2B70-4AA8-AA7F-993ED6D412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ACF190-0B13-42C2-AA55-A358C28B1B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D47E30-F8A6-47DF-AB57-9A75BA4EA6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B342E7-B6D4-4566-9143-62C3AE21C2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0FF4E3-A12E-4136-ACD1-5F2C5DFAC0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C49EF0-97CA-4CAF-9233-BAA6B284FC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BBAD5A-B738-41F8-A8DE-ED29127F34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48a251ac77459d" /><Relationship Type="http://schemas.openxmlformats.org/officeDocument/2006/relationships/slideLayout" Target="/ppt/slideLayouts/slideLayout1.xml" Id="R7db4243c00c04655" /><Relationship Type="http://schemas.openxmlformats.org/officeDocument/2006/relationships/slideLayout" Target="/ppt/slideLayouts/slideLayout2.xml" Id="Rb2330f91d16a49ca" /><Relationship Type="http://schemas.openxmlformats.org/officeDocument/2006/relationships/slideLayout" Target="/ppt/slideLayouts/slideLayout3.xml" Id="R51c4085bd4fb43ac" /><Relationship Type="http://schemas.openxmlformats.org/officeDocument/2006/relationships/slideLayout" Target="/ppt/slideLayouts/slideLayout4.xml" Id="R8716b90ad5534467" /><Relationship Type="http://schemas.openxmlformats.org/officeDocument/2006/relationships/slideLayout" Target="/ppt/slideLayouts/slideLayout5.xml" Id="Rd4e154dd54184e18" /><Relationship Type="http://schemas.openxmlformats.org/officeDocument/2006/relationships/slideLayout" Target="/ppt/slideLayouts/slideLayout6.xml" Id="Rd1f5f39ba9f54b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b4243c00c04655"/>
    <p:sldLayoutId xmlns:r="http://schemas.openxmlformats.org/officeDocument/2006/relationships" id="2147483650" r:id="Rb2330f91d16a49ca"/>
    <p:sldLayoutId xmlns:r="http://schemas.openxmlformats.org/officeDocument/2006/relationships" id="2147483651" r:id="R51c4085bd4fb43ac"/>
    <p:sldLayoutId xmlns:r="http://schemas.openxmlformats.org/officeDocument/2006/relationships" id="2147483652" r:id="R8716b90ad5534467"/>
    <p:sldLayoutId xmlns:r="http://schemas.openxmlformats.org/officeDocument/2006/relationships" id="2147483653" r:id="Rd4e154dd54184e18"/>
    <p:sldLayoutId xmlns:r="http://schemas.openxmlformats.org/officeDocument/2006/relationships" id="2147483654" r:id="Rd1f5f39ba9f5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219f7ebaa74274" /><Relationship Type="http://schemas.openxmlformats.org/officeDocument/2006/relationships/notesSlide" Target="/ppt/notesSlides/notesSlide1.xml" Id="R3fad9230f4fa47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cf329c9ba4971" /><Relationship Type="http://schemas.openxmlformats.org/officeDocument/2006/relationships/notesSlide" Target="/ppt/notesSlides/notesSlide2.xml" Id="Rd164f64851df44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1af244034a4e75" /><Relationship Type="http://schemas.openxmlformats.org/officeDocument/2006/relationships/notesSlide" Target="/ppt/notesSlides/notesSlide3.xml" Id="R08e94eee77b649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d084afbd549ea" /><Relationship Type="http://schemas.openxmlformats.org/officeDocument/2006/relationships/notesSlide" Target="/ppt/notesSlides/notesSlide4.xml" Id="R73b713222a444a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5b33d58c34d19" /><Relationship Type="http://schemas.openxmlformats.org/officeDocument/2006/relationships/notesSlide" Target="/ppt/notesSlides/notesSlide5.xml" Id="R80c9513bf61345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a1e05ee134613" /><Relationship Type="http://schemas.openxmlformats.org/officeDocument/2006/relationships/notesSlide" Target="/ppt/notesSlides/notesSlide6.xml" Id="Raa0f263daa374f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b2d6c66ff4058" /><Relationship Type="http://schemas.openxmlformats.org/officeDocument/2006/relationships/notesSlide" Target="/ppt/notesSlides/notesSlide7.xml" Id="Rbc74273a74db42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271e8255144e4" /><Relationship Type="http://schemas.openxmlformats.org/officeDocument/2006/relationships/notesSlide" Target="/ppt/notesSlides/notesSlide8.xml" Id="R35d5d75f5c464f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e3a9f45f9c491d" /><Relationship Type="http://schemas.openxmlformats.org/officeDocument/2006/relationships/notesSlide" Target="/ppt/notesSlides/notesSlide9.xml" Id="R15467f77182c4f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100B6-3750-46BF-AC8C-8D2316C7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C3860-A594-4EFF-A471-135E88D9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해설 녹음과 관람 문제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FC27F-5327-40F7-A94E-A7D83E1B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근거에 맞는 해설을 녹음하고 해설에서 답을 찾을 수 있는 문제를 만들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401D0-287D-4D85-AEE6-F51EED7E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 점검 8분 · 해설과 녹음 16분 · 문제 만들기 11분 · 저장 5분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0B5DA-1665-49C0-B65B-2C3353E2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55857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C8C99-0A0E-4B3A-BF7D-29D397FE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8DE69-DCC5-4229-B692-DE3CFDEB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근거와 해설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8950C-D89D-4F90-A678-0A6CABCF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화려한 말보다 확인한 사실이 먼저예요.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CCD4B-7E8C-4AC6-8555-3DEF4E57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설명점에서 한 가지 주제를 말해요.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96026-B562-4202-A41E-B4A7244F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생각을 덧붙이면 자료의 사실과 구분해요.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26E89-5D4D-4F3C-B7AF-141D0969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196021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3DCD4-EE3D-4353-B42E-F021BA7F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D247A-8AD8-4F57-81BD-F6CEF183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해설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D6A05-C331-41A9-A9EC-1C2CD7C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“실록은 한 임금이 세상을 떠난 뒤 여러 기록을 모아 편찬했어요.”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03EA3-4F0B-4D65-9E21-4BACBEC9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자료에서 편찬 시기를 확인하고 출처를 함께 남겨요.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E2004-A37C-4D57-8DB2-1760DDCB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“임금이 매일 자기 실록을 직접 썼다”는 말과 어떻게 다른지 설명해요.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441E2-57DA-4451-8AE2-1D9F7CE5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76175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4688F-9051-40B7-93AE-5B3802E6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792E0-6BFA-4352-A93B-0EC81251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30초 안의 대본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1AEB3-9B87-4B1C-B69C-D6BBB7F4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무엇을 보는지 먼저 소개해요.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6F944-5DFA-4B8C-BA9B-88079C0B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핵심 특징을 말한 뒤 관람객에게 찾을 부분을 알려 줘요.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ECCF3-4F33-47F4-BC37-A8A02136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긴 원문을 그대로 읽지 않고 확인한 뜻을 짧게 풀어요.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1B119-F6FB-43A3-A2C7-3A879A9E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54388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9D4F6-F7D7-42ED-87E9-08622261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2D38F-819F-48C3-844E-76432E9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녹음과 다시 듣기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4A1D8-58A1-416D-8FE1-3BBAE5F7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마이크를 허용하고 조용한 곳에서 한 명씩 녹음해요.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80B31-5978-4CEF-B823-239C9124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녹음 뒤 처음부터 끝까지 들어요.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0B970-1FF4-4EEE-8C3C-E74CB59E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작은 소리, 끊긴 부분, 사실과 다른 표현을 고쳐 다시 녹음해요.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08FF1-E8B1-4006-9070-DD752142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9162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DE374-B49B-4322-8336-6DC4CED3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40EEE-C9CF-4F3D-93C1-3797C72D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좋은 관람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60B52-BADC-459D-9B3A-4759E63B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해설을 읽거나 들으면 답을 찾을 수 있어야 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83E5E-194A-47CE-B5D0-67D5CAB5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문제의 답이 있는 설명점을 함께 지정해요.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6E356-4492-4CC7-96D0-305FC1F2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추측만으로 풀어야 하는 문제는 고쳐요.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2EB03-67B3-484C-ABA1-B753BEDC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13971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FE856-B586-4028-A6BE-3B6BC4FC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3138C-DFC7-4E46-AE01-F9DBCA43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친구의 문제를 푸는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8D5DE-8006-4E9C-8A3B-9AF5DE77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문제: “실록은 언제 편찬했을까요?”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43F7A-5BF4-4C28-94A3-D5A2645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정답 근거: 편찬 시기를 설명한 점을 찾아요.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77CF4-397B-4DCB-A939-C5C7A1F0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정답만 말하지 말고 해설의 어느 말이 근거인지 알려 줘요.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A7D84-F600-4666-88C9-A9D3D52B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15181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0F898-A918-472E-A4DC-E92B1283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2B713-C280-42F6-919C-94104FCA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서로 바꾸어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1DBBF-C82F-4134-AEE6-1F4B2CEF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친구가 해설을 듣고 문제를 풀어요.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D518D-2A0C-4FC7-B14C-2714ADA7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헷갈리면 문제와 해설 중 어느 쪽을 고칠지 정해요.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AB92C-57A2-4094-B959-FA00B84D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문제를 바꿨다면 정답과 근거도 다시 확인해요.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3CC0C-5BE8-4B3B-8EEA-F90DD57E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4647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5FD6C-D6AC-4A04-A06C-318B5046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FFB14-8C80-4667-B563-5CA6CDD9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관람 준비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78DA0-8730-48A2-91A5-57B4C361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전시 파일과 AR 인식 카드를 준비해요.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DC82A-8517-4ED7-AC28-1C90AC76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기기에서도 글과 녹음이 열리는지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81DC4-18CE-4300-AC45-E2D22AF8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 시간에는 설명팀과 관람팀의 역할을 바꾸어 활동해요.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40C6C-26B5-43E6-8287-043E440F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68349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2026-10-21T01:18:44.7760000Z</dcterms:created>
  <dcterms:modified xsi:type="dcterms:W3CDTF">2026-10-21T01:18:44.7760000Z</dcterms:modified>
</coreProperties>
</file>