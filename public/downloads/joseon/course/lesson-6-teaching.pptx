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d7cdd7dd6b4a1f" /><Relationship Type="http://schemas.openxmlformats.org/officeDocument/2006/relationships/extended-properties" Target="/docProps/app.xml" Id="Ref84b6c9c3604d42" /><Relationship Type="http://schemas.openxmlformats.org/officeDocument/2006/relationships/officeDocument" Target="/ppt/presentation.xml" Id="R76a88940dc464d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69f49beff954e76"/>
  </p:sldMasterIdLst>
  <p:notesMasterIdLst>
    <p:notesMasterId xmlns:r="http://schemas.openxmlformats.org/officeDocument/2006/relationships" r:id="Rf4b4d137bd2242db"/>
  </p:notesMasterIdLst>
  <p:sldIdLst>
    <p:sldId xmlns:r="http://schemas.openxmlformats.org/officeDocument/2006/relationships" id="256" r:id="R2d1e36ac9d5a4da6"/>
    <p:sldId xmlns:r="http://schemas.openxmlformats.org/officeDocument/2006/relationships" id="257" r:id="Rf3355e93c2784fd8"/>
    <p:sldId xmlns:r="http://schemas.openxmlformats.org/officeDocument/2006/relationships" id="258" r:id="Rf66a8e686c1d4f9c"/>
    <p:sldId xmlns:r="http://schemas.openxmlformats.org/officeDocument/2006/relationships" id="259" r:id="R2283ba3caff0431d"/>
    <p:sldId xmlns:r="http://schemas.openxmlformats.org/officeDocument/2006/relationships" id="260" r:id="Rfca5ad23d62c4ae3"/>
    <p:sldId xmlns:r="http://schemas.openxmlformats.org/officeDocument/2006/relationships" id="261" r:id="R71cfde13567546df"/>
    <p:sldId xmlns:r="http://schemas.openxmlformats.org/officeDocument/2006/relationships" id="262" r:id="Rab7f7145f0c349f2"/>
    <p:sldId xmlns:r="http://schemas.openxmlformats.org/officeDocument/2006/relationships" id="263" r:id="Ra508c3ace9464a3a"/>
    <p:sldId xmlns:r="http://schemas.openxmlformats.org/officeDocument/2006/relationships" id="264" r:id="R0514a4cc570a4be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142432e20e44b92" /><Relationship Type="http://schemas.openxmlformats.org/officeDocument/2006/relationships/slideMaster" Target="/ppt/slideMasters/slideMaster1.xml" Id="R969f49beff954e76" /><Relationship Type="http://schemas.openxmlformats.org/officeDocument/2006/relationships/notesMaster" Target="/ppt/notesMasters/notesMaster1.xml" Id="Rf4b4d137bd2242db" /><Relationship Type="http://schemas.openxmlformats.org/officeDocument/2006/relationships/presProps" Target="/ppt/presProps.xml" Id="R5f063c29be0d41b9" /><Relationship Type="http://schemas.openxmlformats.org/officeDocument/2006/relationships/tableStyles" Target="/ppt/tableStyles.xml" Id="R7affc1b486104d17" /><Relationship Type="http://schemas.openxmlformats.org/officeDocument/2006/relationships/slide" Target="/ppt/slides/slide1.xml" Id="R2d1e36ac9d5a4da6" /><Relationship Type="http://schemas.openxmlformats.org/officeDocument/2006/relationships/slide" Target="/ppt/slides/slide2.xml" Id="Rf3355e93c2784fd8" /><Relationship Type="http://schemas.openxmlformats.org/officeDocument/2006/relationships/slide" Target="/ppt/slides/slide3.xml" Id="Rf66a8e686c1d4f9c" /><Relationship Type="http://schemas.openxmlformats.org/officeDocument/2006/relationships/slide" Target="/ppt/slides/slide4.xml" Id="R2283ba3caff0431d" /><Relationship Type="http://schemas.openxmlformats.org/officeDocument/2006/relationships/slide" Target="/ppt/slides/slide5.xml" Id="Rfca5ad23d62c4ae3" /><Relationship Type="http://schemas.openxmlformats.org/officeDocument/2006/relationships/slide" Target="/ppt/slides/slide6.xml" Id="R71cfde13567546df" /><Relationship Type="http://schemas.openxmlformats.org/officeDocument/2006/relationships/slide" Target="/ppt/slides/slide7.xml" Id="Rab7f7145f0c349f2" /><Relationship Type="http://schemas.openxmlformats.org/officeDocument/2006/relationships/slide" Target="/ppt/slides/slide8.xml" Id="Ra508c3ace9464a3a" /><Relationship Type="http://schemas.openxmlformats.org/officeDocument/2006/relationships/slide" Target="/ppt/slides/slide9.xml" Id="R0514a4cc570a4b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2d734a917b04de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e217f9c6e84a0b" /><Relationship Type="http://schemas.openxmlformats.org/officeDocument/2006/relationships/notesMaster" Target="/ppt/notesMasters/notesMaster1.xml" Id="R406b861996d1435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9e2948684764102" /><Relationship Type="http://schemas.openxmlformats.org/officeDocument/2006/relationships/notesMaster" Target="/ppt/notesMasters/notesMaster1.xml" Id="R50fb1d8c76074b9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fd13d5ab0cc48ef" /><Relationship Type="http://schemas.openxmlformats.org/officeDocument/2006/relationships/notesMaster" Target="/ppt/notesMasters/notesMaster1.xml" Id="Rad3dabcf75e94d5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cacc663d0964c26" /><Relationship Type="http://schemas.openxmlformats.org/officeDocument/2006/relationships/notesMaster" Target="/ppt/notesMasters/notesMaster1.xml" Id="Reed7db2417d54c0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a2a693db9634958" /><Relationship Type="http://schemas.openxmlformats.org/officeDocument/2006/relationships/notesMaster" Target="/ppt/notesMasters/notesMaster1.xml" Id="Rd135dc5d3ed24b9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9a01318c9a64e9d" /><Relationship Type="http://schemas.openxmlformats.org/officeDocument/2006/relationships/notesMaster" Target="/ppt/notesMasters/notesMaster1.xml" Id="Rdff1baef55c348b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3ede3b75b1a4abf" /><Relationship Type="http://schemas.openxmlformats.org/officeDocument/2006/relationships/notesMaster" Target="/ppt/notesMasters/notesMaster1.xml" Id="R7846f44d323f480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a8ab8740aad417d" /><Relationship Type="http://schemas.openxmlformats.org/officeDocument/2006/relationships/notesMaster" Target="/ppt/notesMasters/notesMaster1.xml" Id="R2873f0a01fc448c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041efaf99074b03" /><Relationship Type="http://schemas.openxmlformats.org/officeDocument/2006/relationships/notesMaster" Target="/ppt/notesMasters/notesMaster1.xml" Id="R2a6315112ce04f3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다른 모둠 전시의 해설을 근거로 문제를 풀고 배운 점을 설명할 수 있어요.</a:t>
            </a:r>
          </a:p>
          <a:p xmlns:a="http://schemas.openxmlformats.org/drawingml/2006/main">
            <a:r>
              <a:t>운영: 준비 5분 · 관람 15분 · 개인 문제 12분 · 돌아보기 8분</a:t>
            </a:r>
          </a:p>
          <a:p xmlns:a="http://schemas.openxmlformats.org/drawingml/2006/main">
            <a:r>
              <a:t>활동지: 관람 기록, 개인 문제와 근거, 생각의 변화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다른 모둠 전시의 해설을 근거로 문제를 풀고 배운 점을 설명할 수 있어요.</a:t>
            </a:r>
          </a:p>
          <a:p xmlns:a="http://schemas.openxmlformats.org/drawingml/2006/main">
            <a:r>
              <a:t>운영: 준비 5분 · 관람 15분 · 개인 문제 12분 · 돌아보기 8분</a:t>
            </a:r>
          </a:p>
          <a:p xmlns:a="http://schemas.openxmlformats.org/drawingml/2006/main">
            <a:r>
              <a:t>활동지: 관람 기록, 개인 문제와 근거, 생각의 변화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다른 모둠 전시의 해설을 근거로 문제를 풀고 배운 점을 설명할 수 있어요.</a:t>
            </a:r>
          </a:p>
          <a:p xmlns:a="http://schemas.openxmlformats.org/drawingml/2006/main">
            <a:r>
              <a:t>운영: 준비 5분 · 관람 15분 · 개인 문제 12분 · 돌아보기 8분</a:t>
            </a:r>
          </a:p>
          <a:p xmlns:a="http://schemas.openxmlformats.org/drawingml/2006/main">
            <a:r>
              <a:t>활동지: 관람 기록, 개인 문제와 근거, 생각의 변화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다른 모둠 전시의 해설을 근거로 문제를 풀고 배운 점을 설명할 수 있어요.</a:t>
            </a:r>
          </a:p>
          <a:p xmlns:a="http://schemas.openxmlformats.org/drawingml/2006/main">
            <a:r>
              <a:t>운영: 준비 5분 · 관람 15분 · 개인 문제 12분 · 돌아보기 8분</a:t>
            </a:r>
          </a:p>
          <a:p xmlns:a="http://schemas.openxmlformats.org/drawingml/2006/main">
            <a:r>
              <a:t>활동지: 관람 기록, 개인 문제와 근거, 생각의 변화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다른 모둠 전시의 해설을 근거로 문제를 풀고 배운 점을 설명할 수 있어요.</a:t>
            </a:r>
          </a:p>
          <a:p xmlns:a="http://schemas.openxmlformats.org/drawingml/2006/main">
            <a:r>
              <a:t>운영: 준비 5분 · 관람 15분 · 개인 문제 12분 · 돌아보기 8분</a:t>
            </a:r>
          </a:p>
          <a:p xmlns:a="http://schemas.openxmlformats.org/drawingml/2006/main">
            <a:r>
              <a:t>활동지: 관람 기록, 개인 문제와 근거, 생각의 변화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다른 모둠 전시의 해설을 근거로 문제를 풀고 배운 점을 설명할 수 있어요.</a:t>
            </a:r>
          </a:p>
          <a:p xmlns:a="http://schemas.openxmlformats.org/drawingml/2006/main">
            <a:r>
              <a:t>운영: 준비 5분 · 관람 15분 · 개인 문제 12분 · 돌아보기 8분</a:t>
            </a:r>
          </a:p>
          <a:p xmlns:a="http://schemas.openxmlformats.org/drawingml/2006/main">
            <a:r>
              <a:t>활동지: 관람 기록, 개인 문제와 근거, 생각의 변화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다른 모둠 전시의 해설을 근거로 문제를 풀고 배운 점을 설명할 수 있어요.</a:t>
            </a:r>
          </a:p>
          <a:p xmlns:a="http://schemas.openxmlformats.org/drawingml/2006/main">
            <a:r>
              <a:t>운영: 준비 5분 · 관람 15분 · 개인 문제 12분 · 돌아보기 8분</a:t>
            </a:r>
          </a:p>
          <a:p xmlns:a="http://schemas.openxmlformats.org/drawingml/2006/main">
            <a:r>
              <a:t>활동지: 관람 기록, 개인 문제와 근거, 생각의 변화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다른 모둠 전시의 해설을 근거로 문제를 풀고 배운 점을 설명할 수 있어요.</a:t>
            </a:r>
          </a:p>
          <a:p xmlns:a="http://schemas.openxmlformats.org/drawingml/2006/main">
            <a:r>
              <a:t>운영: 준비 5분 · 관람 15분 · 개인 문제 12분 · 돌아보기 8분</a:t>
            </a:r>
          </a:p>
          <a:p xmlns:a="http://schemas.openxmlformats.org/drawingml/2006/main">
            <a:r>
              <a:t>활동지: 관람 기록, 개인 문제와 근거, 생각의 변화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수업 목표: 다른 모둠 전시의 해설을 근거로 문제를 풀고 배운 점을 설명할 수 있어요.</a:t>
            </a:r>
          </a:p>
          <a:p xmlns:a="http://schemas.openxmlformats.org/drawingml/2006/main">
            <a:r>
              <a:t>운영: 준비 5분 · 관람 15분 · 개인 문제 12분 · 돌아보기 8분</a:t>
            </a:r>
          </a:p>
          <a:p xmlns:a="http://schemas.openxmlformats.org/drawingml/2006/main">
            <a:r>
              <a:t>활동지: 관람 기록, 개인 문제와 근거, 생각의 변화</a:t>
            </a:r>
          </a:p>
          <a:p xmlns:a="http://schemas.openxmlformats.org/drawingml/2006/main">
            <a:r>
              <a:t>교사 안내: 학생이 근거와 출처를 말하도록 기다린 뒤 다음 화면으로 넘깁니다. 연습용 수치는 실제 학급 결과와 구분합니다.</a:t>
            </a:r>
          </a:p>
          <a:p xmlns:a="http://schemas.openxmlformats.org/drawingml/2006/main">
            <a:r>
              <a:t>자료: https://www.unesco.org/en/memory-world/hunminjeongum-manuscript</a:t>
            </a:r>
          </a:p>
          <a:p xmlns:a="http://schemas.openxmlformats.org/drawingml/2006/main">
            <a:r>
              <a:t>https://www.unesco.org/en/memory-world/hunminjeongum-manuscript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https://contents.history.go.kr/mobile/eh/view.do?code=eh_age_30&amp;levelId=eh_r0250_0010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https://whc.unesco.org/en/list/817/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https://www.gogung.go.kr/gogung/main/contents.do?menuNo=800049</a:t>
            </a:r>
          </a:p>
          <a:p xmlns:a="http://schemas.openxmlformats.org/drawingml/2006/main">
            <a:r>
              <a:t>https://contents.history.go.kr/mobile/kc/view.do?code=kc_age_30&amp;levelId=kc_r300785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https://whc.unesco.org/en/list/738/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https://www.unesco.org/en/memory-world/nanjung-ilgi-war-diary-admiral-yi-sun-sin</a:t>
            </a:r>
          </a:p>
          <a:p xmlns:a="http://schemas.openxmlformats.org/drawingml/2006/main">
            <a:r>
              <a:t>표·그래프는 이 사이트의 내장 탐구실에서 작성합니다.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b0b157911c4ac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ae42140d75479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8d92024a45462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fbbd61aa7f484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40f17d5d854ed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58f850f67847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0DFEAB1-6505-4352-8BF2-A25F576B768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6EC84B8-8940-4EE4-A3F9-F29558C4835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AD8986F-3369-49AF-8084-CA93B00902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E9191FF-85DD-4E4A-9E26-6651A90F86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76DC884-3FA1-4B3F-A04C-876AE9C2B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0E82F9F-95F1-4017-8E90-34196881F5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45E4A84-AEE8-416B-976A-46400D27B6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EB2EE83-72CF-4FC9-9B74-3EAA0D16714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9F563FD-AE6B-4AA9-B382-1100A5ABFA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FDF8F4C-45CD-40B0-99A4-9AC7558DAEB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104a5bc49384c0d" /><Relationship Type="http://schemas.openxmlformats.org/officeDocument/2006/relationships/slideLayout" Target="/ppt/slideLayouts/slideLayout1.xml" Id="R7a011e80d1b944d3" /><Relationship Type="http://schemas.openxmlformats.org/officeDocument/2006/relationships/slideLayout" Target="/ppt/slideLayouts/slideLayout2.xml" Id="R571ada21dc114fd0" /><Relationship Type="http://schemas.openxmlformats.org/officeDocument/2006/relationships/slideLayout" Target="/ppt/slideLayouts/slideLayout3.xml" Id="R2803470481084d06" /><Relationship Type="http://schemas.openxmlformats.org/officeDocument/2006/relationships/slideLayout" Target="/ppt/slideLayouts/slideLayout4.xml" Id="R58e909eb72c449ee" /><Relationship Type="http://schemas.openxmlformats.org/officeDocument/2006/relationships/slideLayout" Target="/ppt/slideLayouts/slideLayout5.xml" Id="Re1eb214acd3f4b85" /><Relationship Type="http://schemas.openxmlformats.org/officeDocument/2006/relationships/slideLayout" Target="/ppt/slideLayouts/slideLayout6.xml" Id="Rc5cbe787c362427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011e80d1b944d3"/>
    <p:sldLayoutId xmlns:r="http://schemas.openxmlformats.org/officeDocument/2006/relationships" id="2147483650" r:id="R571ada21dc114fd0"/>
    <p:sldLayoutId xmlns:r="http://schemas.openxmlformats.org/officeDocument/2006/relationships" id="2147483651" r:id="R2803470481084d06"/>
    <p:sldLayoutId xmlns:r="http://schemas.openxmlformats.org/officeDocument/2006/relationships" id="2147483652" r:id="R58e909eb72c449ee"/>
    <p:sldLayoutId xmlns:r="http://schemas.openxmlformats.org/officeDocument/2006/relationships" id="2147483653" r:id="Re1eb214acd3f4b85"/>
    <p:sldLayoutId xmlns:r="http://schemas.openxmlformats.org/officeDocument/2006/relationships" id="2147483654" r:id="Rc5cbe787c362427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a57132b26e47e3" /><Relationship Type="http://schemas.openxmlformats.org/officeDocument/2006/relationships/notesSlide" Target="/ppt/notesSlides/notesSlide1.xml" Id="R0e0dbb39047442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7158110ef040f9" /><Relationship Type="http://schemas.openxmlformats.org/officeDocument/2006/relationships/notesSlide" Target="/ppt/notesSlides/notesSlide2.xml" Id="R102c53eeac2d446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af898a49a164a25" /><Relationship Type="http://schemas.openxmlformats.org/officeDocument/2006/relationships/notesSlide" Target="/ppt/notesSlides/notesSlide3.xml" Id="R59d36329cf16420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133e7ffe634afd" /><Relationship Type="http://schemas.openxmlformats.org/officeDocument/2006/relationships/notesSlide" Target="/ppt/notesSlides/notesSlide4.xml" Id="Rf87e55df58fd4b3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7f58c4eb78433d" /><Relationship Type="http://schemas.openxmlformats.org/officeDocument/2006/relationships/notesSlide" Target="/ppt/notesSlides/notesSlide5.xml" Id="R976100086c22473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29943fbfd144c5" /><Relationship Type="http://schemas.openxmlformats.org/officeDocument/2006/relationships/notesSlide" Target="/ppt/notesSlides/notesSlide6.xml" Id="Rc5e7a18817724f8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1311ac022e44ac8" /><Relationship Type="http://schemas.openxmlformats.org/officeDocument/2006/relationships/notesSlide" Target="/ppt/notesSlides/notesSlide7.xml" Id="R00fc4a97c3e3451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f755704a6e42f7" /><Relationship Type="http://schemas.openxmlformats.org/officeDocument/2006/relationships/notesSlide" Target="/ppt/notesSlides/notesSlide8.xml" Id="Rfc10a7b07f3a42e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f27c1b5b0d4fad" /><Relationship Type="http://schemas.openxmlformats.org/officeDocument/2006/relationships/notesSlide" Target="/ppt/notesSlides/notesSlide9.xml" Id="R4a28f0acd6db415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16200C-A868-45C7-A7AD-B78E0A84C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6차시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52F13D-6837-440B-8631-6C8E134D4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900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우리 반 AR 박물관과 개인 퀴즈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1EDABF-0C26-44F3-A025-55E14251A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다른 모둠 전시의 해설을 근거로 문제를 풀고 배운 점을 설명할 수 있어요.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AE35BA-FA97-4B9A-9B0A-7E1F66899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준비 5분 · 관람 15분 · 개인 문제 12분 · 돌아보기 8분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1E401B-932D-47DB-802B-153A5BC67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1553834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57811D-48F2-4341-9B07-BC1124CC3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6차시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5391D8-30F6-4CC9-818D-39872306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박물관을 여는 준비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18B39F-D64D-4220-A00C-1EADDA2CB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모둠 전시 파일을 열고 카드와 소리를 확인해요.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3F50C8-8A7C-4052-8588-A4581391D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친구가 화면을 보기 편하게 기기를 놓아요.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642B69-7A80-4BA9-85EF-ABB45AD4C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관람 순서와 설명할 사람을 정해요.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9189D4-7A85-4E86-B44D-B658E8F82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8989314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650D13-37CA-42E7-917D-C44F2BFCD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6차시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DE6ACE-1D62-447C-BF04-2C0257D24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해설을 듣는 관람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A272B5-F945-4941-B800-3B270E6C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모형이나 사진을 먼저 살펴보고 설명점을 찾아요.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2C5BCC-1B1A-4552-9D87-E6F57877B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소리를 듣기 어렵다면 해설 글을 읽어요.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47509F-7996-4013-AEAA-4671B7EB2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기억할 사실과 출처를 활동지에 짧게 남겨요.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3B1EDB-390F-48B2-8493-22651D777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0236797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1077D3-EE23-4510-AFB3-57CAEE533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6차시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86CC13-3A27-4369-BFBE-EF83DEE73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근거를 묻는 질문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97ED19-2F61-447F-B6FF-C1A1C4681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“어느 자료에서 확인했나요?”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C1C821-3084-45BA-9B9F-5DD520EF6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“사진에서 본 것인가요, 글에서 읽은 것인가요?”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06C99D-319C-4CCD-B616-C13327C4A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답을 모르면 함께 확인할 질문으로 남겨요.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C9CA4C-75FE-4832-85DF-7F927F326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185146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E61995-68DA-4C6C-ADE6-A23526451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6차시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245C8F-5093-4459-82AC-9C656D54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개인 퀴즈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C9EE4E-6EDF-407F-8B94-3BE9713E4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모둠 친구의 답을 옮기기 전에 각자 생각해요.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7A779A-4432-4EF8-ACCF-094BC40F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필요하면 해설을 다시 읽거나 들어요.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9D33E9-1351-431E-9F47-E4BA4CACE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정답과 함께 어느 해설이 근거였는지 적어요.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7F1A65-9C0C-4E1D-9D4F-422E3374B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7438902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36C3B8-484A-4925-9978-75B14A57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6차시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8DBE7E-A598-4571-B33A-56C28A3CD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다른 답을 비교하는 방법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8BFAA4-89F9-4C93-998B-34FA3F79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답이 다르면 먼저 서로의 근거를 들어요.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59E2C3-9022-4D8D-9B8C-2F931BC02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원문과 해설을 비교해 바꿀 부분을 찾아요.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584DED-94BE-4632-BC62-5930643A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많이 선택한 답이 자동으로 정답이 되는 것은 아니에요.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65D39F-F8F6-4D85-B3AD-709AB8705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7136588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D2E6F3-4688-4A5F-A3F8-07F7C759B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6차시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125540-4F51-4EC9-A086-B7002F75B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그래프와 박물관 돌아보기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7BE9EC-2AE7-4E3C-8BE7-F7698FFC7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학급 그래프는 우리가 조사한 문장 수를 보여 줬어요.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783AEB-7F07-4643-9494-3AD169FD6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전시에서는 그 문장의 구체적인 뜻을 설명했어요.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251612-1453-4BD5-9ADF-06D0B9074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개수가 많은 내용과 내가 새롭게 배운 내용은 같았나요?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FDA291-4447-4295-AB33-490A7731E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31012084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4936C4-7815-466E-8A5F-53FAA8614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6차시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43AFE6-E329-489C-BEA4-476B2C4E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처음 생각과 지금 생각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A35F02-8A45-4FE4-B983-38F4F8EAF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처음 믿었던 AI 설명을 다시 읽어요.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4070C8-DD6A-44AE-B567-13A6E7D44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자료를 읽고 어떤 표현을 고쳤는지 말해요.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9D7BE8-380B-4190-9C5C-151DD58B5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앞으로 AI 답을 확인할 방법을 하나 정해요.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D4E327-049F-44CE-8EB7-082D021DD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68266496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8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DB4F18-EF45-40A3-B327-4387E0614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defRPr>
            </a:pPr>
            <a:r>
              <a:rPr sz="1650" b="0">
                <a:solidFill>
                  <a:srgbClr val="4A6957"/>
                </a:solidFill>
                <a:latin typeface="S-Core Dream"/>
                <a:ea typeface="S-Core Dream"/>
                <a:cs typeface="S-Core Dream"/>
              </a:rPr>
              <a:t>조선 유산 탐구 · 6차시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6499A0-44A8-4596-8FF0-ADF9DF3B9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00125"/>
            <a:ext cx="109728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3225" b="1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공개수업으로 더 탐구하기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4754DC-C77C-41FE-9037-E94F8C8B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별도의 공개수업에서는 세종 때 과학 유물 AR 카드를 사용해요.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F122D2-349E-4679-82C4-D24270515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카드의 OX 문제를 먼저 풀고 AI의 답과 자료를 비교해요.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24D474-E9FC-432C-83AC-E59376BA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744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2325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채택·직접 수정·제외 중 판단과 이유를 설명해요.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D824C2-5D58-4513-8228-1987F8AF5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6270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>
            <a:def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defPPr>
            <a:lvl1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1pPr>
            <a:lvl2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2pPr>
            <a:lvl3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3pPr>
            <a:lvl4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4pPr>
            <a:lvl5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5pPr>
            <a:lvl6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6pPr>
            <a:lvl7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7pPr>
            <a:lvl8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8pPr>
            <a:lvl9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defRPr>
            </a:pPr>
            <a:r>
              <a:rPr sz="1200" b="0">
                <a:solidFill>
                  <a:srgbClr val="213E32"/>
                </a:solidFill>
                <a:latin typeface="S-Core Dream"/>
                <a:ea typeface="S-Core Dream"/>
                <a:cs typeface="S-Core Dream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0018889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2026-10-21T01:18:46.9830000Z</dcterms:created>
  <dcterms:modified xsi:type="dcterms:W3CDTF">2026-10-21T01:18:46.9830000Z</dcterms:modified>
</coreProperties>
</file>