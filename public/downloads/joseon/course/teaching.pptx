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8a0c26a00e41af" /><Relationship Type="http://schemas.openxmlformats.org/officeDocument/2006/relationships/extended-properties" Target="/docProps/app.xml" Id="R4cd1fd830df64e24" /><Relationship Type="http://schemas.openxmlformats.org/officeDocument/2006/relationships/officeDocument" Target="/ppt/presentation.xml" Id="Rb0792ff67bab42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3e3c97047c4b55"/>
  </p:sldMasterIdLst>
  <p:notesMasterIdLst>
    <p:notesMasterId xmlns:r="http://schemas.openxmlformats.org/officeDocument/2006/relationships" r:id="R2e3aedb9a0004890"/>
  </p:notesMasterIdLst>
  <p:sldIdLst>
    <p:sldId xmlns:r="http://schemas.openxmlformats.org/officeDocument/2006/relationships" id="256" r:id="Rc88ce61f4f9c4453"/>
    <p:sldId xmlns:r="http://schemas.openxmlformats.org/officeDocument/2006/relationships" id="257" r:id="R26e20a1cf54d45f1"/>
    <p:sldId xmlns:r="http://schemas.openxmlformats.org/officeDocument/2006/relationships" id="258" r:id="R3570adf111ce466d"/>
    <p:sldId xmlns:r="http://schemas.openxmlformats.org/officeDocument/2006/relationships" id="259" r:id="Re8081355529646e9"/>
    <p:sldId xmlns:r="http://schemas.openxmlformats.org/officeDocument/2006/relationships" id="260" r:id="Rb6c1f0072e9f41fc"/>
    <p:sldId xmlns:r="http://schemas.openxmlformats.org/officeDocument/2006/relationships" id="261" r:id="R7578f4b344e749cf"/>
    <p:sldId xmlns:r="http://schemas.openxmlformats.org/officeDocument/2006/relationships" id="262" r:id="R701e5acfbe6f426c"/>
    <p:sldId xmlns:r="http://schemas.openxmlformats.org/officeDocument/2006/relationships" id="263" r:id="R7772a98196934819"/>
    <p:sldId xmlns:r="http://schemas.openxmlformats.org/officeDocument/2006/relationships" id="264" r:id="R1d2581ad3ff24a77"/>
    <p:sldId xmlns:r="http://schemas.openxmlformats.org/officeDocument/2006/relationships" id="265" r:id="Rdc60f937cbd84ac5"/>
    <p:sldId xmlns:r="http://schemas.openxmlformats.org/officeDocument/2006/relationships" id="266" r:id="R0eb11122995d421e"/>
    <p:sldId xmlns:r="http://schemas.openxmlformats.org/officeDocument/2006/relationships" id="267" r:id="Rc568912c16124a33"/>
    <p:sldId xmlns:r="http://schemas.openxmlformats.org/officeDocument/2006/relationships" id="268" r:id="Rda82055a8c334f9f"/>
    <p:sldId xmlns:r="http://schemas.openxmlformats.org/officeDocument/2006/relationships" id="269" r:id="Rd3f554eb11824f2a"/>
    <p:sldId xmlns:r="http://schemas.openxmlformats.org/officeDocument/2006/relationships" id="270" r:id="R114c480771f34bea"/>
    <p:sldId xmlns:r="http://schemas.openxmlformats.org/officeDocument/2006/relationships" id="271" r:id="R1fcb0c3b373540fa"/>
    <p:sldId xmlns:r="http://schemas.openxmlformats.org/officeDocument/2006/relationships" id="272" r:id="Ra567061714894b4f"/>
    <p:sldId xmlns:r="http://schemas.openxmlformats.org/officeDocument/2006/relationships" id="273" r:id="R7fe241258ca44a9c"/>
    <p:sldId xmlns:r="http://schemas.openxmlformats.org/officeDocument/2006/relationships" id="274" r:id="R48d0622d04584e66"/>
    <p:sldId xmlns:r="http://schemas.openxmlformats.org/officeDocument/2006/relationships" id="275" r:id="R3e6f1686f10e4972"/>
    <p:sldId xmlns:r="http://schemas.openxmlformats.org/officeDocument/2006/relationships" id="276" r:id="Rfbffe0edbdab41c9"/>
    <p:sldId xmlns:r="http://schemas.openxmlformats.org/officeDocument/2006/relationships" id="277" r:id="R696d333bce944b10"/>
    <p:sldId xmlns:r="http://schemas.openxmlformats.org/officeDocument/2006/relationships" id="278" r:id="R2ee26fe893884de9"/>
    <p:sldId xmlns:r="http://schemas.openxmlformats.org/officeDocument/2006/relationships" id="279" r:id="Rae650f0da188482a"/>
    <p:sldId xmlns:r="http://schemas.openxmlformats.org/officeDocument/2006/relationships" id="280" r:id="R21a9bec7f3a94353"/>
    <p:sldId xmlns:r="http://schemas.openxmlformats.org/officeDocument/2006/relationships" id="281" r:id="R5ea900eb33fc48bb"/>
    <p:sldId xmlns:r="http://schemas.openxmlformats.org/officeDocument/2006/relationships" id="282" r:id="R28a446b610c94261"/>
    <p:sldId xmlns:r="http://schemas.openxmlformats.org/officeDocument/2006/relationships" id="283" r:id="Rcfac50a898c741f8"/>
    <p:sldId xmlns:r="http://schemas.openxmlformats.org/officeDocument/2006/relationships" id="284" r:id="Ra936a0c0a6bd450b"/>
    <p:sldId xmlns:r="http://schemas.openxmlformats.org/officeDocument/2006/relationships" id="285" r:id="R88931f58e47b43db"/>
    <p:sldId xmlns:r="http://schemas.openxmlformats.org/officeDocument/2006/relationships" id="286" r:id="R5a6876f61dce4635"/>
    <p:sldId xmlns:r="http://schemas.openxmlformats.org/officeDocument/2006/relationships" id="287" r:id="Rfa032a7849ac4024"/>
    <p:sldId xmlns:r="http://schemas.openxmlformats.org/officeDocument/2006/relationships" id="288" r:id="R1d65d158f92a4dc8"/>
    <p:sldId xmlns:r="http://schemas.openxmlformats.org/officeDocument/2006/relationships" id="289" r:id="Ra2210d637be8414d"/>
    <p:sldId xmlns:r="http://schemas.openxmlformats.org/officeDocument/2006/relationships" id="290" r:id="Rda2ad7acdee142cb"/>
    <p:sldId xmlns:r="http://schemas.openxmlformats.org/officeDocument/2006/relationships" id="291" r:id="Rb499e765357941bc"/>
    <p:sldId xmlns:r="http://schemas.openxmlformats.org/officeDocument/2006/relationships" id="292" r:id="R0fcb394e2d094cf7"/>
    <p:sldId xmlns:r="http://schemas.openxmlformats.org/officeDocument/2006/relationships" id="293" r:id="R1ae2658370a4453c"/>
    <p:sldId xmlns:r="http://schemas.openxmlformats.org/officeDocument/2006/relationships" id="294" r:id="R67b6ac35d82842aa"/>
    <p:sldId xmlns:r="http://schemas.openxmlformats.org/officeDocument/2006/relationships" id="295" r:id="Ra7fa0e860d8f49b8"/>
    <p:sldId xmlns:r="http://schemas.openxmlformats.org/officeDocument/2006/relationships" id="296" r:id="Rd7eec7adcb524f6d"/>
    <p:sldId xmlns:r="http://schemas.openxmlformats.org/officeDocument/2006/relationships" id="297" r:id="R44350a3b5ecb426c"/>
    <p:sldId xmlns:r="http://schemas.openxmlformats.org/officeDocument/2006/relationships" id="298" r:id="Rf35e684f2008471f"/>
    <p:sldId xmlns:r="http://schemas.openxmlformats.org/officeDocument/2006/relationships" id="299" r:id="Rb7ff2927412b4d84"/>
    <p:sldId xmlns:r="http://schemas.openxmlformats.org/officeDocument/2006/relationships" id="300" r:id="R27aa18e3e7974d26"/>
    <p:sldId xmlns:r="http://schemas.openxmlformats.org/officeDocument/2006/relationships" id="301" r:id="R15b80051c5214235"/>
    <p:sldId xmlns:r="http://schemas.openxmlformats.org/officeDocument/2006/relationships" id="302" r:id="R4b6b2ec3ac2b4964"/>
    <p:sldId xmlns:r="http://schemas.openxmlformats.org/officeDocument/2006/relationships" id="303" r:id="Rfccb2553a5d94296"/>
    <p:sldId xmlns:r="http://schemas.openxmlformats.org/officeDocument/2006/relationships" id="304" r:id="R47dc59f0113c4b1b"/>
    <p:sldId xmlns:r="http://schemas.openxmlformats.org/officeDocument/2006/relationships" id="305" r:id="Rb297aab0624f45a7"/>
    <p:sldId xmlns:r="http://schemas.openxmlformats.org/officeDocument/2006/relationships" id="306" r:id="R68e10b6fe62d4418"/>
    <p:sldId xmlns:r="http://schemas.openxmlformats.org/officeDocument/2006/relationships" id="307" r:id="R370806faa0304827"/>
    <p:sldId xmlns:r="http://schemas.openxmlformats.org/officeDocument/2006/relationships" id="308" r:id="R04872927eb224777"/>
    <p:sldId xmlns:r="http://schemas.openxmlformats.org/officeDocument/2006/relationships" id="309" r:id="R9dd41a2e45e248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a29d6829b64909" /><Relationship Type="http://schemas.openxmlformats.org/officeDocument/2006/relationships/slideMaster" Target="/ppt/slideMasters/slideMaster1.xml" Id="Red3e3c97047c4b55" /><Relationship Type="http://schemas.openxmlformats.org/officeDocument/2006/relationships/notesMaster" Target="/ppt/notesMasters/notesMaster1.xml" Id="R2e3aedb9a0004890" /><Relationship Type="http://schemas.openxmlformats.org/officeDocument/2006/relationships/presProps" Target="/ppt/presProps.xml" Id="Ra6cf7e674bd148d8" /><Relationship Type="http://schemas.openxmlformats.org/officeDocument/2006/relationships/tableStyles" Target="/ppt/tableStyles.xml" Id="R3f2ab14dd3b14434" /><Relationship Type="http://schemas.openxmlformats.org/officeDocument/2006/relationships/slide" Target="/ppt/slides/slide1.xml" Id="Rc88ce61f4f9c4453" /><Relationship Type="http://schemas.openxmlformats.org/officeDocument/2006/relationships/slide" Target="/ppt/slides/slide2.xml" Id="R26e20a1cf54d45f1" /><Relationship Type="http://schemas.openxmlformats.org/officeDocument/2006/relationships/slide" Target="/ppt/slides/slide3.xml" Id="R3570adf111ce466d" /><Relationship Type="http://schemas.openxmlformats.org/officeDocument/2006/relationships/slide" Target="/ppt/slides/slide4.xml" Id="Re8081355529646e9" /><Relationship Type="http://schemas.openxmlformats.org/officeDocument/2006/relationships/slide" Target="/ppt/slides/slide5.xml" Id="Rb6c1f0072e9f41fc" /><Relationship Type="http://schemas.openxmlformats.org/officeDocument/2006/relationships/slide" Target="/ppt/slides/slide6.xml" Id="R7578f4b344e749cf" /><Relationship Type="http://schemas.openxmlformats.org/officeDocument/2006/relationships/slide" Target="/ppt/slides/slide7.xml" Id="R701e5acfbe6f426c" /><Relationship Type="http://schemas.openxmlformats.org/officeDocument/2006/relationships/slide" Target="/ppt/slides/slide8.xml" Id="R7772a98196934819" /><Relationship Type="http://schemas.openxmlformats.org/officeDocument/2006/relationships/slide" Target="/ppt/slides/slide9.xml" Id="R1d2581ad3ff24a77" /><Relationship Type="http://schemas.openxmlformats.org/officeDocument/2006/relationships/slide" Target="/ppt/slides/slide10.xml" Id="Rdc60f937cbd84ac5" /><Relationship Type="http://schemas.openxmlformats.org/officeDocument/2006/relationships/slide" Target="/ppt/slides/slide11.xml" Id="R0eb11122995d421e" /><Relationship Type="http://schemas.openxmlformats.org/officeDocument/2006/relationships/slide" Target="/ppt/slides/slide12.xml" Id="Rc568912c16124a33" /><Relationship Type="http://schemas.openxmlformats.org/officeDocument/2006/relationships/slide" Target="/ppt/slides/slide13.xml" Id="Rda82055a8c334f9f" /><Relationship Type="http://schemas.openxmlformats.org/officeDocument/2006/relationships/slide" Target="/ppt/slides/slide14.xml" Id="Rd3f554eb11824f2a" /><Relationship Type="http://schemas.openxmlformats.org/officeDocument/2006/relationships/slide" Target="/ppt/slides/slide15.xml" Id="R114c480771f34bea" /><Relationship Type="http://schemas.openxmlformats.org/officeDocument/2006/relationships/slide" Target="/ppt/slides/slide16.xml" Id="R1fcb0c3b373540fa" /><Relationship Type="http://schemas.openxmlformats.org/officeDocument/2006/relationships/slide" Target="/ppt/slides/slide17.xml" Id="Ra567061714894b4f" /><Relationship Type="http://schemas.openxmlformats.org/officeDocument/2006/relationships/slide" Target="/ppt/slides/slide18.xml" Id="R7fe241258ca44a9c" /><Relationship Type="http://schemas.openxmlformats.org/officeDocument/2006/relationships/slide" Target="/ppt/slides/slide19.xml" Id="R48d0622d04584e66" /><Relationship Type="http://schemas.openxmlformats.org/officeDocument/2006/relationships/slide" Target="/ppt/slides/slide20.xml" Id="R3e6f1686f10e4972" /><Relationship Type="http://schemas.openxmlformats.org/officeDocument/2006/relationships/slide" Target="/ppt/slides/slide21.xml" Id="Rfbffe0edbdab41c9" /><Relationship Type="http://schemas.openxmlformats.org/officeDocument/2006/relationships/slide" Target="/ppt/slides/slide22.xml" Id="R696d333bce944b10" /><Relationship Type="http://schemas.openxmlformats.org/officeDocument/2006/relationships/slide" Target="/ppt/slides/slide23.xml" Id="R2ee26fe893884de9" /><Relationship Type="http://schemas.openxmlformats.org/officeDocument/2006/relationships/slide" Target="/ppt/slides/slide24.xml" Id="Rae650f0da188482a" /><Relationship Type="http://schemas.openxmlformats.org/officeDocument/2006/relationships/slide" Target="/ppt/slides/slide25.xml" Id="R21a9bec7f3a94353" /><Relationship Type="http://schemas.openxmlformats.org/officeDocument/2006/relationships/slide" Target="/ppt/slides/slide26.xml" Id="R5ea900eb33fc48bb" /><Relationship Type="http://schemas.openxmlformats.org/officeDocument/2006/relationships/slide" Target="/ppt/slides/slide27.xml" Id="R28a446b610c94261" /><Relationship Type="http://schemas.openxmlformats.org/officeDocument/2006/relationships/slide" Target="/ppt/slides/slide28.xml" Id="Rcfac50a898c741f8" /><Relationship Type="http://schemas.openxmlformats.org/officeDocument/2006/relationships/slide" Target="/ppt/slides/slide29.xml" Id="Ra936a0c0a6bd450b" /><Relationship Type="http://schemas.openxmlformats.org/officeDocument/2006/relationships/slide" Target="/ppt/slides/slide30.xml" Id="R88931f58e47b43db" /><Relationship Type="http://schemas.openxmlformats.org/officeDocument/2006/relationships/slide" Target="/ppt/slides/slide31.xml" Id="R5a6876f61dce4635" /><Relationship Type="http://schemas.openxmlformats.org/officeDocument/2006/relationships/slide" Target="/ppt/slides/slide32.xml" Id="Rfa032a7849ac4024" /><Relationship Type="http://schemas.openxmlformats.org/officeDocument/2006/relationships/slide" Target="/ppt/slides/slide33.xml" Id="R1d65d158f92a4dc8" /><Relationship Type="http://schemas.openxmlformats.org/officeDocument/2006/relationships/slide" Target="/ppt/slides/slide34.xml" Id="Ra2210d637be8414d" /><Relationship Type="http://schemas.openxmlformats.org/officeDocument/2006/relationships/slide" Target="/ppt/slides/slide35.xml" Id="Rda2ad7acdee142cb" /><Relationship Type="http://schemas.openxmlformats.org/officeDocument/2006/relationships/slide" Target="/ppt/slides/slide36.xml" Id="Rb499e765357941bc" /><Relationship Type="http://schemas.openxmlformats.org/officeDocument/2006/relationships/slide" Target="/ppt/slides/slide37.xml" Id="R0fcb394e2d094cf7" /><Relationship Type="http://schemas.openxmlformats.org/officeDocument/2006/relationships/slide" Target="/ppt/slides/slide38.xml" Id="R1ae2658370a4453c" /><Relationship Type="http://schemas.openxmlformats.org/officeDocument/2006/relationships/slide" Target="/ppt/slides/slide39.xml" Id="R67b6ac35d82842aa" /><Relationship Type="http://schemas.openxmlformats.org/officeDocument/2006/relationships/slide" Target="/ppt/slides/slide40.xml" Id="Ra7fa0e860d8f49b8" /><Relationship Type="http://schemas.openxmlformats.org/officeDocument/2006/relationships/slide" Target="/ppt/slides/slide41.xml" Id="Rd7eec7adcb524f6d" /><Relationship Type="http://schemas.openxmlformats.org/officeDocument/2006/relationships/slide" Target="/ppt/slides/slide42.xml" Id="R44350a3b5ecb426c" /><Relationship Type="http://schemas.openxmlformats.org/officeDocument/2006/relationships/slide" Target="/ppt/slides/slide43.xml" Id="Rf35e684f2008471f" /><Relationship Type="http://schemas.openxmlformats.org/officeDocument/2006/relationships/slide" Target="/ppt/slides/slide44.xml" Id="Rb7ff2927412b4d84" /><Relationship Type="http://schemas.openxmlformats.org/officeDocument/2006/relationships/slide" Target="/ppt/slides/slide45.xml" Id="R27aa18e3e7974d26" /><Relationship Type="http://schemas.openxmlformats.org/officeDocument/2006/relationships/slide" Target="/ppt/slides/slide46.xml" Id="R15b80051c5214235" /><Relationship Type="http://schemas.openxmlformats.org/officeDocument/2006/relationships/slide" Target="/ppt/slides/slide47.xml" Id="R4b6b2ec3ac2b4964" /><Relationship Type="http://schemas.openxmlformats.org/officeDocument/2006/relationships/slide" Target="/ppt/slides/slide48.xml" Id="Rfccb2553a5d94296" /><Relationship Type="http://schemas.openxmlformats.org/officeDocument/2006/relationships/slide" Target="/ppt/slides/slide49.xml" Id="R47dc59f0113c4b1b" /><Relationship Type="http://schemas.openxmlformats.org/officeDocument/2006/relationships/slide" Target="/ppt/slides/slide50.xml" Id="Rb297aab0624f45a7" /><Relationship Type="http://schemas.openxmlformats.org/officeDocument/2006/relationships/slide" Target="/ppt/slides/slide51.xml" Id="R68e10b6fe62d4418" /><Relationship Type="http://schemas.openxmlformats.org/officeDocument/2006/relationships/slide" Target="/ppt/slides/slide52.xml" Id="R370806faa0304827" /><Relationship Type="http://schemas.openxmlformats.org/officeDocument/2006/relationships/slide" Target="/ppt/slides/slide53.xml" Id="R04872927eb224777" /><Relationship Type="http://schemas.openxmlformats.org/officeDocument/2006/relationships/slide" Target="/ppt/slides/slide54.xml" Id="R9dd41a2e45e248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5fe2b6c4e640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8f34fc49b3442e" /><Relationship Type="http://schemas.openxmlformats.org/officeDocument/2006/relationships/notesMaster" Target="/ppt/notesMasters/notesMaster1.xml" Id="Rde9739917ada46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68f4e1c30545c5" /><Relationship Type="http://schemas.openxmlformats.org/officeDocument/2006/relationships/notesMaster" Target="/ppt/notesMasters/notesMaster1.xml" Id="Rd0de9f77de0941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3de523ae804362" /><Relationship Type="http://schemas.openxmlformats.org/officeDocument/2006/relationships/notesMaster" Target="/ppt/notesMasters/notesMaster1.xml" Id="Rd4a8ba70b7b442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d6fdd5cb0847b5" /><Relationship Type="http://schemas.openxmlformats.org/officeDocument/2006/relationships/notesMaster" Target="/ppt/notesMasters/notesMaster1.xml" Id="R16c142b0efc34f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af8cce7fbd4618" /><Relationship Type="http://schemas.openxmlformats.org/officeDocument/2006/relationships/notesMaster" Target="/ppt/notesMasters/notesMaster1.xml" Id="R5b96574c3b8e47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3702764fc84331" /><Relationship Type="http://schemas.openxmlformats.org/officeDocument/2006/relationships/notesMaster" Target="/ppt/notesMasters/notesMaster1.xml" Id="R94a7d09e46094a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81ee3e1ef24525" /><Relationship Type="http://schemas.openxmlformats.org/officeDocument/2006/relationships/notesMaster" Target="/ppt/notesMasters/notesMaster1.xml" Id="Rfd85f8d4b41048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3e8991eed54852" /><Relationship Type="http://schemas.openxmlformats.org/officeDocument/2006/relationships/notesMaster" Target="/ppt/notesMasters/notesMaster1.xml" Id="R7ae9f96361b048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05e95462d04718" /><Relationship Type="http://schemas.openxmlformats.org/officeDocument/2006/relationships/notesMaster" Target="/ppt/notesMasters/notesMaster1.xml" Id="Rd17e109631854e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d5593ceb704554" /><Relationship Type="http://schemas.openxmlformats.org/officeDocument/2006/relationships/notesMaster" Target="/ppt/notesMasters/notesMaster1.xml" Id="R9e3ca02f0c7a45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74d88e49da48fc" /><Relationship Type="http://schemas.openxmlformats.org/officeDocument/2006/relationships/notesMaster" Target="/ppt/notesMasters/notesMaster1.xml" Id="R2b5a71352adf4c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13651e0e5f489e" /><Relationship Type="http://schemas.openxmlformats.org/officeDocument/2006/relationships/notesMaster" Target="/ppt/notesMasters/notesMaster1.xml" Id="R75c5b18f52344b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b56c5790e0441a" /><Relationship Type="http://schemas.openxmlformats.org/officeDocument/2006/relationships/notesMaster" Target="/ppt/notesMasters/notesMaster1.xml" Id="R407580be89844d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8c35c5737e4f2f" /><Relationship Type="http://schemas.openxmlformats.org/officeDocument/2006/relationships/notesMaster" Target="/ppt/notesMasters/notesMaster1.xml" Id="R9e28d17cc43a4c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af2db458154c3f" /><Relationship Type="http://schemas.openxmlformats.org/officeDocument/2006/relationships/notesMaster" Target="/ppt/notesMasters/notesMaster1.xml" Id="Rae07247c1d0148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d1a8103f3749f1" /><Relationship Type="http://schemas.openxmlformats.org/officeDocument/2006/relationships/notesMaster" Target="/ppt/notesMasters/notesMaster1.xml" Id="R63b67f84ee6047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786c9a40df46a0" /><Relationship Type="http://schemas.openxmlformats.org/officeDocument/2006/relationships/notesMaster" Target="/ppt/notesMasters/notesMaster1.xml" Id="Rbe32e7459bbf46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3c49df6ffb432c" /><Relationship Type="http://schemas.openxmlformats.org/officeDocument/2006/relationships/notesMaster" Target="/ppt/notesMasters/notesMaster1.xml" Id="Rf907582ca03f4a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8f50a04b4143b3" /><Relationship Type="http://schemas.openxmlformats.org/officeDocument/2006/relationships/notesMaster" Target="/ppt/notesMasters/notesMaster1.xml" Id="Re575800ca04347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7d8f8167a94b37" /><Relationship Type="http://schemas.openxmlformats.org/officeDocument/2006/relationships/notesMaster" Target="/ppt/notesMasters/notesMaster1.xml" Id="Re1c8f30f449440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a7dc0364734b9f" /><Relationship Type="http://schemas.openxmlformats.org/officeDocument/2006/relationships/notesMaster" Target="/ppt/notesMasters/notesMaster1.xml" Id="Re36d4cc7ae8f42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52c6b60e6be456e" /><Relationship Type="http://schemas.openxmlformats.org/officeDocument/2006/relationships/notesMaster" Target="/ppt/notesMasters/notesMaster1.xml" Id="R078b433b6ec14e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2a8d0bf04714da5" /><Relationship Type="http://schemas.openxmlformats.org/officeDocument/2006/relationships/notesMaster" Target="/ppt/notesMasters/notesMaster1.xml" Id="Rb4d9a72ec21842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e1237719ade4fae" /><Relationship Type="http://schemas.openxmlformats.org/officeDocument/2006/relationships/notesMaster" Target="/ppt/notesMasters/notesMaster1.xml" Id="Rbd8c1ee2ac8e46f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9f1bef6d4f641ff" /><Relationship Type="http://schemas.openxmlformats.org/officeDocument/2006/relationships/notesMaster" Target="/ppt/notesMasters/notesMaster1.xml" Id="R98c9e696d34e42d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0a2a815526a40ba" /><Relationship Type="http://schemas.openxmlformats.org/officeDocument/2006/relationships/notesMaster" Target="/ppt/notesMasters/notesMaster1.xml" Id="R23df50f5e7d442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f09b712e7374f83" /><Relationship Type="http://schemas.openxmlformats.org/officeDocument/2006/relationships/notesMaster" Target="/ppt/notesMasters/notesMaster1.xml" Id="R7dd4e129779e43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c3aa0922f524e0a" /><Relationship Type="http://schemas.openxmlformats.org/officeDocument/2006/relationships/notesMaster" Target="/ppt/notesMasters/notesMaster1.xml" Id="R51a10228534e40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e9513e9c834324" /><Relationship Type="http://schemas.openxmlformats.org/officeDocument/2006/relationships/notesMaster" Target="/ppt/notesMasters/notesMaster1.xml" Id="R5ea597e3df174f5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247884584e49b8" /><Relationship Type="http://schemas.openxmlformats.org/officeDocument/2006/relationships/notesMaster" Target="/ppt/notesMasters/notesMaster1.xml" Id="Rd5d84a748f91419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ce547c735eb4083" /><Relationship Type="http://schemas.openxmlformats.org/officeDocument/2006/relationships/notesMaster" Target="/ppt/notesMasters/notesMaster1.xml" Id="R6c606a29913e435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f2dde6e09934bf5" /><Relationship Type="http://schemas.openxmlformats.org/officeDocument/2006/relationships/notesMaster" Target="/ppt/notesMasters/notesMaster1.xml" Id="Rb46d8242f04845a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2799d5dcdb64754" /><Relationship Type="http://schemas.openxmlformats.org/officeDocument/2006/relationships/notesMaster" Target="/ppt/notesMasters/notesMaster1.xml" Id="R333d27928026421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9ff2750c0a240ba" /><Relationship Type="http://schemas.openxmlformats.org/officeDocument/2006/relationships/notesMaster" Target="/ppt/notesMasters/notesMaster1.xml" Id="R8f0823c0ee874ea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00e103be74a465d" /><Relationship Type="http://schemas.openxmlformats.org/officeDocument/2006/relationships/notesMaster" Target="/ppt/notesMasters/notesMaster1.xml" Id="R8677babd309142d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8fa47164f444325" /><Relationship Type="http://schemas.openxmlformats.org/officeDocument/2006/relationships/notesMaster" Target="/ppt/notesMasters/notesMaster1.xml" Id="Re463e0f85a7f41c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1cf5db698d54e1a" /><Relationship Type="http://schemas.openxmlformats.org/officeDocument/2006/relationships/notesMaster" Target="/ppt/notesMasters/notesMaster1.xml" Id="R813c7cf41d54434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44c9ef90e8f453b" /><Relationship Type="http://schemas.openxmlformats.org/officeDocument/2006/relationships/notesMaster" Target="/ppt/notesMasters/notesMaster1.xml" Id="Rc4218348ccb64f8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c978392497b45b9" /><Relationship Type="http://schemas.openxmlformats.org/officeDocument/2006/relationships/notesMaster" Target="/ppt/notesMasters/notesMaster1.xml" Id="Rca43e4222f1b468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86a9041cb134bfb" /><Relationship Type="http://schemas.openxmlformats.org/officeDocument/2006/relationships/notesMaster" Target="/ppt/notesMasters/notesMaster1.xml" Id="R31c661fa25974a0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e7b54aa6c584fbb" /><Relationship Type="http://schemas.openxmlformats.org/officeDocument/2006/relationships/notesMaster" Target="/ppt/notesMasters/notesMaster1.xml" Id="R50c5296396dd439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31d1b61aac24b4c" /><Relationship Type="http://schemas.openxmlformats.org/officeDocument/2006/relationships/notesMaster" Target="/ppt/notesMasters/notesMaster1.xml" Id="R79fe0bc35c99442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07ed0e8d1f340a9" /><Relationship Type="http://schemas.openxmlformats.org/officeDocument/2006/relationships/notesMaster" Target="/ppt/notesMasters/notesMaster1.xml" Id="R9e6f309c76fc48e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6728f99a0864635" /><Relationship Type="http://schemas.openxmlformats.org/officeDocument/2006/relationships/notesMaster" Target="/ppt/notesMasters/notesMaster1.xml" Id="R6b1d7367b37f4ab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0038bc881694eaf" /><Relationship Type="http://schemas.openxmlformats.org/officeDocument/2006/relationships/notesMaster" Target="/ppt/notesMasters/notesMaster1.xml" Id="R158dda688c95452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e9d6a7f59b24c68" /><Relationship Type="http://schemas.openxmlformats.org/officeDocument/2006/relationships/notesMaster" Target="/ppt/notesMasters/notesMaster1.xml" Id="R68cec738417b42b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815c00dd66d4906" /><Relationship Type="http://schemas.openxmlformats.org/officeDocument/2006/relationships/notesMaster" Target="/ppt/notesMasters/notesMaster1.xml" Id="Raf9069fb28884f8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44fd0a27f9c4a15" /><Relationship Type="http://schemas.openxmlformats.org/officeDocument/2006/relationships/notesMaster" Target="/ppt/notesMasters/notesMaster1.xml" Id="R711d34164063461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2e44acd521d4a90" /><Relationship Type="http://schemas.openxmlformats.org/officeDocument/2006/relationships/notesMaster" Target="/ppt/notesMasters/notesMaster1.xml" Id="R0a7bc9700bf54eb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d92c79fa2654895" /><Relationship Type="http://schemas.openxmlformats.org/officeDocument/2006/relationships/notesMaster" Target="/ppt/notesMasters/notesMaster1.xml" Id="Rd2ddff8f44f3407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f7dbd6fbefd442f" /><Relationship Type="http://schemas.openxmlformats.org/officeDocument/2006/relationships/notesMaster" Target="/ppt/notesMasters/notesMaster1.xml" Id="Rf5723f41112f448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7c875af723a4a04" /><Relationship Type="http://schemas.openxmlformats.org/officeDocument/2006/relationships/notesMaster" Target="/ppt/notesMasters/notesMaster1.xml" Id="R48d00108142b414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4893c1346e9426b" /><Relationship Type="http://schemas.openxmlformats.org/officeDocument/2006/relationships/notesMaster" Target="/ppt/notesMasters/notesMaster1.xml" Id="R70e3e4fd5bbb483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48a988f5d3443a5" /><Relationship Type="http://schemas.openxmlformats.org/officeDocument/2006/relationships/notesMaster" Target="/ppt/notesMasters/notesMaster1.xml" Id="R719389a011904a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1e149c93545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bc33112514e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88c64d4224f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5e08cb53448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6adbed20f42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62a79648145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E87709-B117-47AB-B786-96CD9D2D0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A6ABC0-E644-477D-AA60-873FA266E9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47DAC2-3095-46E0-B9C5-238A6A572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77F37F-B475-4848-A65F-E949B37F8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DD203D-6C61-42DD-8A7A-FB83C7839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1211E7-C5BA-4F5A-BB7A-A743A22A2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5992A0-90EA-4B12-B7D3-D551A4DAE0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6FB28A-18D2-4604-8791-B16A0A26F3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AB496F-99CC-4A3D-90AF-9CE7F0D5D8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CF655A-33B2-40A4-9BDE-8EE5D75421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a662a2d08e404a" /><Relationship Type="http://schemas.openxmlformats.org/officeDocument/2006/relationships/slideLayout" Target="/ppt/slideLayouts/slideLayout1.xml" Id="R1bfea9c0f8484f22" /><Relationship Type="http://schemas.openxmlformats.org/officeDocument/2006/relationships/slideLayout" Target="/ppt/slideLayouts/slideLayout2.xml" Id="Rd42e64a6bdf9432a" /><Relationship Type="http://schemas.openxmlformats.org/officeDocument/2006/relationships/slideLayout" Target="/ppt/slideLayouts/slideLayout3.xml" Id="R9568c648c92b4165" /><Relationship Type="http://schemas.openxmlformats.org/officeDocument/2006/relationships/slideLayout" Target="/ppt/slideLayouts/slideLayout4.xml" Id="R0b1ff6e214334031" /><Relationship Type="http://schemas.openxmlformats.org/officeDocument/2006/relationships/slideLayout" Target="/ppt/slideLayouts/slideLayout5.xml" Id="Rf64f373f15144e97" /><Relationship Type="http://schemas.openxmlformats.org/officeDocument/2006/relationships/slideLayout" Target="/ppt/slideLayouts/slideLayout6.xml" Id="Rd73796552b9e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fea9c0f8484f22"/>
    <p:sldLayoutId xmlns:r="http://schemas.openxmlformats.org/officeDocument/2006/relationships" id="2147483650" r:id="Rd42e64a6bdf9432a"/>
    <p:sldLayoutId xmlns:r="http://schemas.openxmlformats.org/officeDocument/2006/relationships" id="2147483651" r:id="R9568c648c92b4165"/>
    <p:sldLayoutId xmlns:r="http://schemas.openxmlformats.org/officeDocument/2006/relationships" id="2147483652" r:id="R0b1ff6e214334031"/>
    <p:sldLayoutId xmlns:r="http://schemas.openxmlformats.org/officeDocument/2006/relationships" id="2147483653" r:id="Rf64f373f15144e97"/>
    <p:sldLayoutId xmlns:r="http://schemas.openxmlformats.org/officeDocument/2006/relationships" id="2147483654" r:id="Rd73796552b9e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25fcdf04824553" /><Relationship Type="http://schemas.openxmlformats.org/officeDocument/2006/relationships/notesSlide" Target="/ppt/notesSlides/notesSlide1.xml" Id="Rf59522541632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f48e91ae24351" /><Relationship Type="http://schemas.openxmlformats.org/officeDocument/2006/relationships/notesSlide" Target="/ppt/notesSlides/notesSlide2.xml" Id="Red1ea76d662b40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53b715ff549d9" /><Relationship Type="http://schemas.openxmlformats.org/officeDocument/2006/relationships/notesSlide" Target="/ppt/notesSlides/notesSlide3.xml" Id="R53cae2fc7bd6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22493d93b44a94" /><Relationship Type="http://schemas.openxmlformats.org/officeDocument/2006/relationships/notesSlide" Target="/ppt/notesSlides/notesSlide4.xml" Id="R38d331c3713f4b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d459b775244e06" /><Relationship Type="http://schemas.openxmlformats.org/officeDocument/2006/relationships/notesSlide" Target="/ppt/notesSlides/notesSlide5.xml" Id="R22d2d0ab86934d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6fdfd7c0045ad" /><Relationship Type="http://schemas.openxmlformats.org/officeDocument/2006/relationships/notesSlide" Target="/ppt/notesSlides/notesSlide6.xml" Id="Rfb21dc13954343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02edc06914099" /><Relationship Type="http://schemas.openxmlformats.org/officeDocument/2006/relationships/notesSlide" Target="/ppt/notesSlides/notesSlide7.xml" Id="Rd1ce62ad1cd34d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1060289cc4cf5" /><Relationship Type="http://schemas.openxmlformats.org/officeDocument/2006/relationships/notesSlide" Target="/ppt/notesSlides/notesSlide8.xml" Id="R868206dd2f1d49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5826a96e0c4631" /><Relationship Type="http://schemas.openxmlformats.org/officeDocument/2006/relationships/notesSlide" Target="/ppt/notesSlides/notesSlide9.xml" Id="R1afebc21874a47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895b9dcf04649" /><Relationship Type="http://schemas.openxmlformats.org/officeDocument/2006/relationships/notesSlide" Target="/ppt/notesSlides/notesSlide10.xml" Id="Rd2cb0af55bb14a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ce44df488441c0" /><Relationship Type="http://schemas.openxmlformats.org/officeDocument/2006/relationships/notesSlide" Target="/ppt/notesSlides/notesSlide11.xml" Id="R501adbf3393543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3a10024b44be2" /><Relationship Type="http://schemas.openxmlformats.org/officeDocument/2006/relationships/notesSlide" Target="/ppt/notesSlides/notesSlide12.xml" Id="R9fda9c62322f4c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a8a3992e64649" /><Relationship Type="http://schemas.openxmlformats.org/officeDocument/2006/relationships/notesSlide" Target="/ppt/notesSlides/notesSlide13.xml" Id="R104e722ff2404b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f87dfe2134aa7" /><Relationship Type="http://schemas.openxmlformats.org/officeDocument/2006/relationships/notesSlide" Target="/ppt/notesSlides/notesSlide14.xml" Id="R6681fadf4d4a40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ac1d616c14ccd" /><Relationship Type="http://schemas.openxmlformats.org/officeDocument/2006/relationships/notesSlide" Target="/ppt/notesSlides/notesSlide15.xml" Id="R5d902327bbb040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faddcda8744ac" /><Relationship Type="http://schemas.openxmlformats.org/officeDocument/2006/relationships/notesSlide" Target="/ppt/notesSlides/notesSlide16.xml" Id="R90f794bd61914e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448e95b484253" /><Relationship Type="http://schemas.openxmlformats.org/officeDocument/2006/relationships/notesSlide" Target="/ppt/notesSlides/notesSlide17.xml" Id="R9d1893681e7848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63144448143e1" /><Relationship Type="http://schemas.openxmlformats.org/officeDocument/2006/relationships/notesSlide" Target="/ppt/notesSlides/notesSlide18.xml" Id="Rddad8dd33d3841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0c93fce814351" /><Relationship Type="http://schemas.openxmlformats.org/officeDocument/2006/relationships/notesSlide" Target="/ppt/notesSlides/notesSlide19.xml" Id="Rfa60bf1c51f64f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1410c0fb844eaf" /><Relationship Type="http://schemas.openxmlformats.org/officeDocument/2006/relationships/notesSlide" Target="/ppt/notesSlides/notesSlide20.xml" Id="R7fbebcc75a6042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c9ccaa5b748ea" /><Relationship Type="http://schemas.openxmlformats.org/officeDocument/2006/relationships/notesSlide" Target="/ppt/notesSlides/notesSlide21.xml" Id="Rb476ae268c2a42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a38fe9f354a9c" /><Relationship Type="http://schemas.openxmlformats.org/officeDocument/2006/relationships/notesSlide" Target="/ppt/notesSlides/notesSlide22.xml" Id="R5229b3245c6c41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515905b6c4965" /><Relationship Type="http://schemas.openxmlformats.org/officeDocument/2006/relationships/notesSlide" Target="/ppt/notesSlides/notesSlide23.xml" Id="R39f198c65096416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c4803b2924a1e" /><Relationship Type="http://schemas.openxmlformats.org/officeDocument/2006/relationships/notesSlide" Target="/ppt/notesSlides/notesSlide24.xml" Id="Ra9259b1c77c64d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6b4e8567e46f2" /><Relationship Type="http://schemas.openxmlformats.org/officeDocument/2006/relationships/notesSlide" Target="/ppt/notesSlides/notesSlide25.xml" Id="R7680e3c2a3894c8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f2dec79484ce9" /><Relationship Type="http://schemas.openxmlformats.org/officeDocument/2006/relationships/notesSlide" Target="/ppt/notesSlides/notesSlide26.xml" Id="Rfa7171fa06604a0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07450fc014961" /><Relationship Type="http://schemas.openxmlformats.org/officeDocument/2006/relationships/notesSlide" Target="/ppt/notesSlides/notesSlide27.xml" Id="Ra7c51db3af9747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20c684fcb248d7" /><Relationship Type="http://schemas.openxmlformats.org/officeDocument/2006/relationships/notesSlide" Target="/ppt/notesSlides/notesSlide28.xml" Id="Rf8530d183883442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c330db2934436d" /><Relationship Type="http://schemas.openxmlformats.org/officeDocument/2006/relationships/notesSlide" Target="/ppt/notesSlides/notesSlide29.xml" Id="Ra285f7d58c15498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f37c7cce014bd5" /><Relationship Type="http://schemas.openxmlformats.org/officeDocument/2006/relationships/notesSlide" Target="/ppt/notesSlides/notesSlide30.xml" Id="R0165b5e36e1848a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64599598f4d71" /><Relationship Type="http://schemas.openxmlformats.org/officeDocument/2006/relationships/notesSlide" Target="/ppt/notesSlides/notesSlide31.xml" Id="Rf119e018011348b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6558475a84842" /><Relationship Type="http://schemas.openxmlformats.org/officeDocument/2006/relationships/notesSlide" Target="/ppt/notesSlides/notesSlide32.xml" Id="R3da26163b79145e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8bba283cd4443" /><Relationship Type="http://schemas.openxmlformats.org/officeDocument/2006/relationships/notesSlide" Target="/ppt/notesSlides/notesSlide33.xml" Id="R14c1a480865548c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15523d7764b51" /><Relationship Type="http://schemas.openxmlformats.org/officeDocument/2006/relationships/notesSlide" Target="/ppt/notesSlides/notesSlide34.xml" Id="Rdb8f3d09d35f45e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d55c3a2a142f9" /><Relationship Type="http://schemas.openxmlformats.org/officeDocument/2006/relationships/notesSlide" Target="/ppt/notesSlides/notesSlide35.xml" Id="Rd0a274d6e78f40d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2fade82ff443c" /><Relationship Type="http://schemas.openxmlformats.org/officeDocument/2006/relationships/notesSlide" Target="/ppt/notesSlides/notesSlide36.xml" Id="R3d2620577776472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48a7bdb5f406a" /><Relationship Type="http://schemas.openxmlformats.org/officeDocument/2006/relationships/notesSlide" Target="/ppt/notesSlides/notesSlide37.xml" Id="Rb5302d96ab9c418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8a3fe7e2046f1" /><Relationship Type="http://schemas.openxmlformats.org/officeDocument/2006/relationships/notesSlide" Target="/ppt/notesSlides/notesSlide38.xml" Id="Rdb8ef45e1eb0490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63728b52c044c8" /><Relationship Type="http://schemas.openxmlformats.org/officeDocument/2006/relationships/notesSlide" Target="/ppt/notesSlides/notesSlide39.xml" Id="Rb6f7aac85a9e485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7010f98e804e9b" /><Relationship Type="http://schemas.openxmlformats.org/officeDocument/2006/relationships/notesSlide" Target="/ppt/notesSlides/notesSlide40.xml" Id="Rd5edfa7d76294c8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c0f2dd417b470b" /><Relationship Type="http://schemas.openxmlformats.org/officeDocument/2006/relationships/notesSlide" Target="/ppt/notesSlides/notesSlide41.xml" Id="Rd844aaec4913449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683b2be2b4528" /><Relationship Type="http://schemas.openxmlformats.org/officeDocument/2006/relationships/notesSlide" Target="/ppt/notesSlides/notesSlide42.xml" Id="R5a112400bf97452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f10933d994e7f" /><Relationship Type="http://schemas.openxmlformats.org/officeDocument/2006/relationships/notesSlide" Target="/ppt/notesSlides/notesSlide43.xml" Id="R1379a7da9695443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2f4f041134689" /><Relationship Type="http://schemas.openxmlformats.org/officeDocument/2006/relationships/notesSlide" Target="/ppt/notesSlides/notesSlide44.xml" Id="R2a1e46dc1d5c441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260fc53cf4dfb" /><Relationship Type="http://schemas.openxmlformats.org/officeDocument/2006/relationships/notesSlide" Target="/ppt/notesSlides/notesSlide45.xml" Id="Rfff7aed7945b401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02ecbc4c0452f" /><Relationship Type="http://schemas.openxmlformats.org/officeDocument/2006/relationships/notesSlide" Target="/ppt/notesSlides/notesSlide46.xml" Id="Ra4ee98676902461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40e3d1fa64086" /><Relationship Type="http://schemas.openxmlformats.org/officeDocument/2006/relationships/notesSlide" Target="/ppt/notesSlides/notesSlide47.xml" Id="R161840ec47904f6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09381b6534b73" /><Relationship Type="http://schemas.openxmlformats.org/officeDocument/2006/relationships/notesSlide" Target="/ppt/notesSlides/notesSlide48.xml" Id="R6462ec4c3e7a4aa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3b083b2a814971" /><Relationship Type="http://schemas.openxmlformats.org/officeDocument/2006/relationships/notesSlide" Target="/ppt/notesSlides/notesSlide49.xml" Id="R79ffec4f062242a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2060814bb4722" /><Relationship Type="http://schemas.openxmlformats.org/officeDocument/2006/relationships/notesSlide" Target="/ppt/notesSlides/notesSlide50.xml" Id="R8ad4c9f0e488428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cf9424c194675" /><Relationship Type="http://schemas.openxmlformats.org/officeDocument/2006/relationships/notesSlide" Target="/ppt/notesSlides/notesSlide51.xml" Id="R25f0967b753f407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cac9b6f714a25" /><Relationship Type="http://schemas.openxmlformats.org/officeDocument/2006/relationships/notesSlide" Target="/ppt/notesSlides/notesSlide52.xml" Id="R11f506d7e5af4a0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ae85bf5184e0c" /><Relationship Type="http://schemas.openxmlformats.org/officeDocument/2006/relationships/notesSlide" Target="/ppt/notesSlides/notesSlide53.xml" Id="Rdb2dfabc72c94d6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e860fa3cc41bc" /><Relationship Type="http://schemas.openxmlformats.org/officeDocument/2006/relationships/notesSlide" Target="/ppt/notesSlides/notesSlide54.xml" Id="R1b4c5fab30e448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DD9C6-56E4-4ECC-8A78-7B287E99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CDB5A-19C7-42B7-8530-44DBDC1E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AI의 답을 자료로 확인하기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B83ED-C1DD-420D-96DF-20A3C108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조선 유산에 관한 문장을 원문과 비교하고 근거와 출처를 남길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27C46-E844-4129-A12A-926AC0D2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도입 5분 · 설명과 연습 10분 · 모둠 조사 20분 · 공유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649FD-449B-4A67-AA89-AC84D28A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26469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D9A30-D132-42D1-8DE1-954C7511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94499-C08A-4A62-8781-A65876A9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반이 조사할 조선 유산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2927F-0ECF-4DB4-9E06-D2894A8C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훈민정음 해례본, 조선왕조실록, 수원 화성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D25AC-A927-4D60-B3FF-71B9D67B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자격루와 앙부일구, 종묘, 난중일기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50542-53D0-4A36-8087-52751D66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모둠마다 한 대상을 골라 같은 자료를 6차시까지 이어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BD4DC-97DE-4FD4-9AF0-5488A773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17544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78ADA-E85F-444C-91A6-FB2648EE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ACAEA-C521-4617-A780-D2C9DCF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글과 사진도 데이터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D8ABE-66D3-463B-A943-FA9E79F3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데이터는 관찰하거나 기록한 자료예요.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CFB0F-2BB5-4E23-BECC-70283251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이번 수업에서 세는 단위는 유산 개수가 아니라 확인한 문장 하나예요.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90940-23F3-4096-92E8-BEBAE472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사진에서 본 모양과 자료를 읽고 안 사실을 나누어 말해요.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ABD79-FBB3-4157-AC95-E931A124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1214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A848D-25EE-4C8D-A71D-DC36C005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1616D-E72E-470F-AFD8-3CF65B2C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 답변을 확인하는 까닭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EEBE1-EC1B-4B89-8629-94B4498F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AI가 자연스럽게 설명해도 내용과 출처가 틀릴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8B220-C93F-4521-8811-3322EC99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긴 답변을 한 가지 주장씩 나누고, 각 주장에 맞는 자료를 찾아요.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D8871-9EB7-41F8-B310-FC83E361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AI가 알려 준 링크도 실제로 열어 같은 내용이 있는지 읽어요.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732DD-0527-4DEC-9BE4-FF32035E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77142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D18FF-A52A-4DD2-809A-35C98A6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ACB2C-2DCB-4A7C-B22B-6AAA4376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함께 확인할 연습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57575-A715-47B3-8B4B-AAF349E8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연습용 문장: “세종은 1446년에 새 글자를 처음 만들었다.”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ED603-6D14-4033-A944-0F3246F7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자료에는 1443년 창제, 1446년 해례본 간행이 구별되어 있어요.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28C7E-2B59-4D35-9254-9F83669D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어느 부분을 고치고, 어떤 출처를 남겨야 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1529-F789-423E-8C3B-E5EB17E6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1003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63C0D-13B2-42CA-8D64-9B02814E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20801-CE1B-4673-BE9D-851819B6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판단에는 근거가 필요해요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1EA49-FA91-458E-9F0D-E0D9A3AD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자료와 같음: 같은 내용을 찾은 위치를 남겨요.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5927B-106D-4C0D-92BD-0AE0E5C8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자료와 다름: 틀린 부분을 고치고 원문을 남겨요.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986B4-CEDC-4D17-8E41-8B6AFDA2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 부족: 아직 확인하지 못했다고 표시해요.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03C9C-5747-4C7E-A253-46E376A7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07015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87DE5-ACA3-4B12-A52F-DE5E35ED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A67B0-5C57-4192-A9B0-14F8FF14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친구가 다시 찾을 수 있는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17EB0-556C-4C5E-83A1-78E9177A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기관 이름과 자료 제목을 적어요.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164ED-52BA-4DF4-A092-2B15053A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책은 쪽수, 웹 자료는 정확한 주소와 읽은 위치를 적어요.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8FC06-4C3F-4135-B5C3-436F8130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같은 원문의 두 부분은 서로 다른 출처 두 개가 아니에요.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F4FCD-16B0-40B8-BD5C-0866D4B9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88033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ADFA7-EC16-4880-838A-CB6AC546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66B88-F424-4549-8EF0-CA92F0E7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조사 20분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BCF36-374D-4764-A071-48375764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질문을 정하고 원문을 읽는 사람, 기록하는 사람을 나누어요.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98E12-8DE8-44D0-AFD5-0BD12281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문장에 한 사실을 쓰고 원문과 뜻이 같은지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9378D-4F0A-4E62-810C-D0757B8D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자료에 없는 내용을 빈칸을 채우려고 만들어 넣지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C5E52-A904-4376-93DA-E4D433D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12056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FED76-5EEB-47D7-9DEC-2F5B7A0F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0A568-9CE2-42D4-9057-C6185112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오늘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01110-F16F-4BF4-ACCA-29A92111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친구가 내 출처를 보고 같은 문장을 찾을 수 있나요?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73D32-E629-4A17-9122-AF4AC90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창제·간행·발견 시기를 서로 섞지는 않았나요?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04472-DBB5-49FA-8433-2E51EFD6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시간에는 이 문장과 출처를 그대로 가져와요.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BB72D-2052-4154-9106-0980D20A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20469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205CD-FC01-48E8-8B6F-AE70DA09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FB919-8E6E-42DE-BC8E-3912C619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문장을 표로 정리하고 정제하기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D89A8-AC49-46B4-88CF-AF20C2A5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행에 한 가지 사실을 놓고 분류·중복·출처를 점검할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64636-FB31-4B9A-9925-C61B1E0A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되짚기 5분 · 표 연습 10분 · 정리와 정제 20분 · 제출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5AA43-A7BF-4D23-81E5-99363DD9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246845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3B099-B51B-4B15-952C-3F826E89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EC134-8124-4FBD-8BC3-54D31F04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지난 시간 자료부터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C3D35-D571-4FFC-B03A-9373280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1차시의 근거 문장과 출처 목록을 펼쳐요.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1D8FA-2334-49E9-A4A6-BFFC477F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확인한 문장과 판단을 보류한 문장을 구분해요.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16BAA-ABE0-4FC3-89ED-0053744B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확인한 문장만 이번 학급 집계에 넣어요.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321C2-7244-464D-B918-157C41EA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57584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2B364-1BDA-499A-AB85-CD367350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2C47F-5984-4A64-9E92-70039CEF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행과 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4F70B-EC5F-4CBC-858D-E8CE0416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행에는 서로 다른 사실 하나가 들어가요.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3E06F-68B6-412B-B92A-D9537EAD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열은 모둠, 유산, 이야기종류, 핵심내용, 출처번호로 맞춰요.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ED93D-B9A4-402E-9B11-F24A5448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출처번호는 2-1처럼 모둠 번호와 순서를 함께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005BE-DD65-40E9-9A15-7775948F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691171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79725-D0EF-4EE5-B850-F868F327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7897E-B4AD-4815-91E1-046790F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문장을 나누는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6A4DD-FBA9-4E53-B173-FDAB7BEC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“실록은 임금이 세상을 떠난 뒤 편찬했고 여러 사고에 나누어 보관했다.”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47273-8BD6-4F54-8336-1E5EFA5C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편찬 시기와 보관 방법은 서로 다른 사실이에요.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469B9-5167-4825-B3B9-9AE7722B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두 행으로 나누고 각각 같은 출처번호를 연결할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E1964-2F69-47D0-B65E-8C6C8BC0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194254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94A0D-E853-4099-856A-BE3E5739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25D84-10B2-4B3B-BA3D-B1A7FF86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분류 이름은 함께 정해요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FA2E6-E745-4563-9257-02CD19F9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언제·어디: 시기나 장소를 설명해요.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1D1CE-6AF0-4B9B-A197-F38EDD8D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재료·방법, 생김새, 쓰임·생활도 같은 이름으로 사용해요.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8C021-5348-46BA-A906-CACAFDC5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행의 중심 내용에 맞는 종류 하나를 고르고 이유를 말해요.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A7C4F-27DC-4D99-BB18-F45B0065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906403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5CCCB-71DC-4615-B17C-34CC1988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5BC70-EA8C-4A13-B5AB-657A667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중복을 찾는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276CC-38DE-4FEA-94E3-F62CB3CC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“실록을 여러 사고에 보관했다.”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6BE72-F19A-4664-8388-05D0F30E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“실록은 보관소 여러 곳에 나누어 두었다.”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920A7-C1BC-4CFA-A492-A403F597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말이 달라도 같은 사실이므로 한 행으로 합쳐요.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5AD7B-C8CC-41EF-B39C-5B787FC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113819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1D525-DBD3-48EF-A9E9-67C4818C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D6A02-513B-4B60-9E2E-61C89C0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빈칸을 다루는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57B5E-C27D-41C0-9560-B565438E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출처가 없으면 원문을 다시 찾아요.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E7042-3E27-4322-A13C-D71A0747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끝내 확인하지 못하면 보류 목록에 두고 집계에서 빼요.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0A704-5B07-43A5-A9A6-2A805E4A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생각나는 값을 임의로 넣어 완성하지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09DEA-882D-42C5-8570-115F358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59518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7D1D0-635A-40D2-B3DA-9D11140D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3AE68-FF4F-4A23-86F6-8EF22403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표 점검 20분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AA706-F3A0-4BC0-861F-333A0AD3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모든 행을 읽고 한 사실인지 확인해요.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A8935-30AE-424A-AC93-874BA72A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같은 사실과 분류 이름을 맞추고 출처번호를 검사해요.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93DB8-8CAC-4A4D-8874-13F6F544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최종 표와 출처 목록을 선생님께 함께 제출해요.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88E2F-16BE-4DEF-BBCC-5F805DC4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288224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313B2-913C-4E4D-AC19-0D8DABE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5B8F6-E235-4FF6-B2D0-A01F9C1C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학급 통합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DF956-1E93-4B43-B151-4D1F30A3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여섯 모둠은 같은 열 이름을 사용했나요?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A8D14-7ADE-4D0E-BAD1-ACAA9F6F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모둠 행 수를 세어 제출 표에 적어요.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6F6CA-5BBF-4F53-B449-2B054B4E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시간에는 ‘모둠 파일 합치기’로 행을 합쳐 그래프 하나를 만들어요.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05DD8-087E-4BCC-86C0-1AEB38D4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27615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151F0-6AF4-45C3-97B6-7606AFEC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D8934-02E8-4B00-BE33-2C39AC62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학급 전체 그래프 만들고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2F193-1272-4072-8B13-B0890FB9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여섯 모둠의 근거 표를 합쳐 이야기종류별 문장 수와 한계를 설명할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84B54-A23C-4245-A47D-6317DF21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개념 8분 · 통합과 그래프 22분 · 해석과 저장 10분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4E22-7DA0-496E-80B2-2ED4D3B4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473711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35551-03E0-4DD7-8002-3063B0DD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E01B-E80D-4FCC-AE77-24C2657E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여섯 모둠의 표를 하나로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39FFE-5270-4021-8627-A55DC6D5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선생님 기기에 모둠별 행을 이어 붙여요.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08BF8-46FD-49ED-9FE3-C0EBB941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열 이름, 중복, 보류 문장 제외 여부를 함께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F0FB3-4EA6-47BD-87F5-886CF850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모둠별 행 수의 합과 학급 표의 행 수가 같아야 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32C4C-F2FE-4AE6-A40B-8B2434F2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767256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F1093-0875-4369-BDC6-F07B062D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9E02F-0860-4124-9EA7-009BEEC7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그래프가 세는 대상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7614C-3FA8-42A0-8D17-EAD1C4C8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가로축은 이야기종류, 세로축은 문장 수예요.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D9DA2-9D81-47D8-B34A-E84BDC62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문장이 5개라는 말은 유산이 5개라는 뜻이 아니에요.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D681E-A049-40D1-9331-A2B20ED8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제목은 “우리 반이 조사한 조선 유산의 이야기종류”로 붙여요.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964F5-7E00-48EA-9FC1-5619201D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397496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61682-848D-40D4-BD38-A6B216BD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7ECDC-EA3B-4801-A993-66E55F21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함께 읽을 연습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FEE61-BFB5-4202-8917-A1CAB99B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연습용 개수: 언제·어디 6, 재료·방법 8, 생김새 4, 쓰임·생활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957C6-B853-4229-B439-07266770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합계는 24문장이에요. 재료·방법과 생김새의 차이는 4문장이에요.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26027-41A2-4EF6-A1B3-C26EB12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이 숫자는 연습 자료이며 실제 학급 조사 결과로 쓰지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E0E60-362B-422E-8633-F258C2BC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898277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7E5EF-A74D-4CAE-A1DD-B6950E61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6D712-197E-478C-B9D5-E996CD0D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반 표 합치기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2562B-C209-49AF-AACA-E27E3737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‘모둠 파일 합치기’에서 여섯 모둠의 작업 파일을 골라요.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9CF7E-51DC-449B-8217-1CFB7B5D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한글 열 이름과 전체 행 수가 맞는지 먼저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ABB1A-FD0A-4813-A85D-A79DC769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여러 기기에서 같은 표를 동시에 편집한다고 생각하지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A9C43-BA9C-4BE1-B22F-960A170E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583443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0DF94-BE80-4615-BB53-3E57DA7E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1FBB7-F8F0-47DD-891D-C173D7D6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종류별 막대그래프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DF8D8-B46A-4DE9-AE8C-6747E344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‘그래프 만들기’를 눌러 이야기종류별 문장 수를 살펴요.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7DBC9-3627-4B5F-89F9-6C1EE9A0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확인한 행의 개수가 막대와 숫자로 나타나요.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2E95F-A0E0-4D34-8B92-65E6CEFA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표에서 센 수와 막대의 수를 하나씩 대조해요.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531E2-D977-48D4-A50D-4E8733BC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835530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69B11-7445-41C0-95BF-919FA08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8B06D-A14B-4B6D-B287-262E774C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말할 수 있는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D1FCE-FC0A-495D-BFF6-043E264D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“우리 반이 고른 24문장 중 재료·방법은 8문장입니다.”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9ACDC-C10A-4335-AB1B-966D1B5B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제목과 단위, 자료의 범위를 포함해 설명해요.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BFF3A-402C-4237-BA34-F3494DD2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실제 발표에서는 우리 반의 실제 개수로 바꾸어요.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0C688-98EB-4FBB-975C-E5F616C6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087625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BF387-8401-45C1-BA9D-0BDB0F48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FE28F-9167-4CEF-82C6-26FC473B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말할 수 없는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C3B1C-02F6-46FA-99EC-96ED9826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문장이 많다고 더 중요한 유산이라고 말할 수 없어요.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64085-E219-4DAC-B7EF-61AA943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이 자료만으로 조선 사람 전체의 생활을 알 수 없어요.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53DA3-150E-4B90-85CA-1C0127B8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자료를 조사하면 그래프가 달라질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2339E-9CE5-4505-B918-5BCC3E1F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538651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0CA41-8DCE-4DCB-A361-572FBD6C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A365D-8A69-43CD-B867-D69259E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저장하고 전시로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B3AE4-A947-4F4B-AE30-8EE528F8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‘작업 파일 저장’으로 표를, ‘그래프 PNG 저장’으로 그림을 보관해요.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505B4-5DDE-4B2F-9D8F-B70FE37A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 이미지와 학급 표를 함께 보관해요.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70C43-6C85-4C91-96E2-EE957BFD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AR 해설은 막대 높이 대신 1차시에서 확인한 사실을 바탕으로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6A49D-CB6B-48FB-99FF-32D3D02C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236674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DD867-9659-44CF-89E9-B21D1B17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0DB05-8B5B-482A-B99A-D2BCD8FC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조선 유산 AR 전시 준비하기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45B68-572E-403B-A4D6-AA0EAAAE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유산의 특징을 관찰하고 AR 사진 또는 모형에 설명할 위치를 정할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755EE-97E3-4498-9FBC-C2EBC624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관찰 5분 · 시범 8분 · 전시 준비 22분 · 저장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AB462-BBF9-46B5-ADAE-D2A9AD09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028633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C6F2F-14DF-432D-B5E0-8E7E1CFD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597E3-264A-42A3-BA14-7BBA4D3E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자료가 전시가 되기까지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D3EAD-F613-4D43-91D7-70CF1D7D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1차시 근거 문장과 출처를 다시 펼쳐요.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87EEF-DCBD-4F41-A8A6-01CC15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그래프는 조사 내용의 구성을 보여 주고, 해설은 유산의 특징을 설명해요.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4863E-D249-4265-976C-2A2D33A8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관람객에게 보여 줄 핵심 특징을 골라요.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B5B66-B871-467E-84EE-E53E6A89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835142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D23B6-7FDE-4FA9-8EAD-1E567699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72EC6-7464-4E62-9B86-7D2E5FC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사진과 입체 모형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6FD58-97D3-46B3-A096-850F5EF9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사진은 한 방향의 모습을 보여 줘요.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109C8-238E-4506-81D5-B432D732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입체 모형은 앞·옆·위를 돌려 볼 수 있지만 실제 유산과 다를 수 있어요.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EDBD7-7FCB-41EA-B039-890A644E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 AR로도 같은 설명 활동을 할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0B680-917B-4B81-BF22-B58ADEE9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809876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009F2-2943-448E-9296-4AC004A5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62AEE-81BD-40D3-9B41-02EEB011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관찰과 추측 구별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7273E-2813-45C4-8DFC-308295CB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수원 화성 사진에서 성벽의 모양은 관찰할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C0CF5-0669-401C-BB24-E9FD67C8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사진만으로 모든 공사 방법이나 사람의 생각을 알 수는 없어요.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81288-A9B1-4D9A-A84A-032124A5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쓰임과 제작 방법은 확인한 자료를 읽고 설명해요.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3983F-45E1-41E3-B446-5ABD1964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689625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0B2A7-501A-4251-8A3F-F2164108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C8346-5959-4DF7-AB01-E948E06E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설명할 위치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B37AF-6B70-4722-A303-E326A8B6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관람객이 찾아보기 쉬운 특징 두 곳을 골라요.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884F8-62C4-4F35-8DF8-2C7182D0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같은 자리에 점을 겹치지 않게 놓아요.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D085E-7C56-489F-A9AE-54EE8E43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점의 제목만 읽어도 설명 주제를 알 수 있게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897F7-F9AF-4FFB-8759-76C0037A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8369821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CDE3B-B77F-4E49-BCC7-54D53319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6F407-AFAD-406A-9996-79E601C1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교사 시범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2077E-44DE-44D5-986A-B95CE595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전시 편집기를 열고 우리 모둠 유산을 선택해요.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9045F-5C55-486D-8C34-18BEC23A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사진의 설명점을 옮기고 제목을 써요.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F7C75-05D3-4D52-B0C9-E53B4A1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교사가 준비한 GLB·STL이 있으면 출처와 함께 넣을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0032E-94F9-4E24-AE66-B7070652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817384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89162-43D9-4883-8935-E40FE55C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C00F5-1F36-45A1-A20A-7973A5B3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전시 준비 22분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1A6F4-3BD2-454F-842E-8D283F9A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 관찰, 근거 읽기, 화면 조작을 돌아가며 맡아요.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EB02A-BDB7-4560-8908-20B8A0BD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설명할 부분과 근거가 맞는지 친구에게 물어요.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C8F29-9B09-4613-BF06-88B36C2C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확인하지 못한 장식이나 구조는 사실처럼 설명하지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DB5A1-935C-46A3-A117-0EE1A2B9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7539733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B0CD3-D31E-4607-9BA6-57D6CAEE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9A6A9-A19B-4F42-8170-BDA20B1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기기로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801DB-74ED-4A4F-B595-1F329ED3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작업 파일을 저장하고 다른 기기에서 다시 열어요.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E9C71-676F-4213-887D-A024C0F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 또는 모형과 설명점이 보이는지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56FD8-4B75-4E61-864B-E9690C7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카메라가 어려우면 화면 관람으로 이어 가요.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C243C-329A-44C0-9F5F-A0603EC5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56805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703F7-1E16-433E-98D7-2274F0BA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C7FFA-2799-4217-99DA-9396D971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22F4-39FD-498F-ADBA-628DC62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설명점마다 확인한 근거와 출처를 가져와요.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C8E79-F81C-4E44-961E-3994E2C7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소리를 듣기 어려운 친구도 읽을 수 있게 해설 글을 써요.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DF1B9-6265-4814-95F7-69D5418C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5차시에 녹음과 관람 문제를 완성해요.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3E25A-C7D5-4614-9B82-4BDC28B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88220421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07966-9733-4FAF-BF84-9A537D99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7F794-1416-4194-BF3C-F08F2FC8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해설 녹음과 관람 문제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F2324-B4D2-4FFA-8110-A9F1A8BE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근거에 맞는 해설을 녹음하고 해설에서 답을 찾을 수 있는 문제를 만들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464C2-80A9-43AB-9EA2-280A45D1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 점검 8분 · 해설과 녹음 16분 · 문제 만들기 11분 · 저장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31E8B-4E16-4E43-B316-CD987764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3041461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90CEC-30F2-49F9-93DD-9C0E3C1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98A7A-CD02-43AE-89CC-7F2858D4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근거와 해설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7B23E-4975-40D8-8AB2-007F7342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화려한 말보다 확인한 사실이 먼저예요.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2DAFB-ECE0-4A18-BFC8-88A51953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설명점에서 한 가지 주제를 말해요.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FAC7E-4BC7-4C8D-AA15-12929CF0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생각을 덧붙이면 자료의 사실과 구분해요.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CEF7F-A4D2-474B-B335-7D6D3DD9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0672223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42B81-FD48-4BE9-8A07-EEC40A91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FAA29-80D2-4900-96B3-1DD11E48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해설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294F0-9546-4931-88EE-F6B7DECC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“실록은 한 임금이 세상을 떠난 뒤 여러 기록을 모아 편찬했어요.”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A950B-9DD4-4058-8DCC-3A2F2040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자료에서 편찬 시기를 확인하고 출처를 함께 남겨요.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536E8-EBBF-4DCD-A8D4-021E9C64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“임금이 매일 자기 실록을 직접 썼다”는 말과 어떻게 다른지 설명해요.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DFC6E-9E2F-4C94-8D05-FF25889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7719304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AB500-861B-4E2E-9DC0-6D8C99C2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9BE05-7CFC-47B9-AC91-7E5D23A1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30초 안의 대본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F01A5-7ECA-49C6-B952-B6828F87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무엇을 보는지 먼저 소개해요.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E58CC-DEB0-4E2C-B353-F03438B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핵심 특징을 말한 뒤 관람객에게 찾을 부분을 알려 줘요.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87264-F69E-4BF4-B216-78A52892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긴 원문을 그대로 읽지 않고 확인한 뜻을 짧게 풀어요.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DF171-A9F9-4718-B0E0-652F327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351335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1E475-C7DA-4D7D-88EE-189E1464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0BFFC-1FA1-486E-859F-C9DA57DE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녹음과 다시 듣기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D5664-70D1-4338-8932-21FCD4CB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마이크를 허용하고 조용한 곳에서 한 명씩 녹음해요.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CB234-F5F7-4C25-8913-0908B83A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녹음 뒤 처음부터 끝까지 들어요.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0A98D-BC49-45AD-BAF5-BCCDE786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작은 소리, 끊긴 부분, 사실과 다른 표현을 고쳐 다시 녹음해요.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780D7-FD70-41B9-8D0D-8B51FB9F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83735899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8B71A-3DD9-43E1-AF45-24759C35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B332A-E73E-4902-8ADB-F21ECAB5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좋은 관람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7CCC8-DEA1-49E5-9802-B429CB5C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해설을 읽거나 들으면 답을 찾을 수 있어야 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9BC65-2A4C-4DDD-9A9B-5B107F54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문제의 답이 있는 설명점을 함께 지정해요.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2BE05-F6C9-48DA-B645-513145B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추측만으로 풀어야 하는 문제는 고쳐요.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7D511-1799-487B-BF4B-8EEF7051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371756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F56F7-6ECC-4D7E-810B-2C384D49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C5953-1E06-4F72-9882-EBCFF7E4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친구의 문제를 푸는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4C56C-777A-471F-A433-148D640A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문제: “실록은 언제 편찬했을까요?”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E6093-4D5B-41E3-8ADA-B5C5E721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정답 근거: 편찬 시기를 설명한 점을 찾아요.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43D5F-4F9D-4C64-8B66-A1FF2F19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정답만 말하지 말고 해설의 어느 말이 근거인지 알려 줘요.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B9E5A-C652-4A79-BCAE-11376A19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66449514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2DC84-9B97-4082-9A3A-8369438C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B5402-7E6B-49D0-B029-651F9450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서로 바꾸어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16961-F028-4030-895F-7013F622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친구가 해설을 듣고 문제를 풀어요.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AEB7B-C77A-4BF3-9A33-C21D5BAC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헷갈리면 문제와 해설 중 어느 쪽을 고칠지 정해요.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5A1BE-3D54-4336-9FD7-B4162F39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문제를 바꿨다면 정답과 근거도 다시 확인해요.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FC027-0C02-403A-9D5E-4DC6047A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73964622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4CD34-4444-4922-843F-39FF0D37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D3FFA-1C46-4811-A47B-2A26B874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관람 준비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C929D-3762-4209-A311-05938E07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전시 파일과 AR 인식 카드를 준비해요.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1BCE6-36C0-4F79-803C-EF80BC4D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기기에서도 글과 녹음이 열리는지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B6FA2-9DBC-4E7A-8DEF-D149D0BF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시간에는 설명팀과 관람팀의 역할을 바꾸어 활동해요.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01ABD-9E05-4022-8151-04BCB2E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39975928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255BD-31AB-46D8-8156-E692972F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27AE8-60D0-48D7-B0D1-CE032868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반 AR 박물관과 개인 퀴즈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3A0C9-D932-433E-B073-4D3C310F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모둠 전시의 해설을 근거로 문제를 풀고 배운 점을 설명할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5F877-F085-4439-9BE8-A1556D9C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준비 5분 · 관람 15분 · 개인 문제 12분 · 돌아보기 8분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48881-0CF1-49D4-91A6-FCB85DAD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43963554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5730F-A3E1-4E31-ACB5-348F8EC7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0ADC0-99D9-4D16-B425-2EA6777A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박물관을 여는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1C3DD-C7C7-4595-9093-F63163A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전시 파일을 열고 카드와 소리를 확인해요.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F5F51-35B6-422A-BE21-CCE640C8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친구가 화면을 보기 편하게 기기를 놓아요.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03133-D66F-4D39-AFC9-1973BBD5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관람 순서와 설명할 사람을 정해요.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E3567-6C4E-456A-942A-5747E082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214541720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CB780-3111-4012-BE3A-D45E87B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78C15-23C5-4D39-B702-DE24F915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해설을 듣는 관람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088C4-AD36-48C0-9FBF-3CC4B4AA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모형이나 사진을 먼저 살펴보고 설명점을 찾아요.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05DFF-1223-4DBF-928B-F34EF25D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소리를 듣기 어렵다면 해설 글을 읽어요.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26B7A-1CEF-4942-9588-DE92D610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기억할 사실과 출처를 활동지에 짧게 남겨요.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8607C-CC77-4821-8CD6-FF9355C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90814200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05A08-5CDD-43F7-9ECC-3785A8C1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091AC-6D33-4EC7-AE7A-78A7A4AF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근거를 묻는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C1B2A-A929-447E-B5F5-6EE97862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“어느 자료에서 확인했나요?”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49A23-4A0B-4A37-9619-B4A18C23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“사진에서 본 것인가요, 글에서 읽은 것인가요?”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47341-36F0-44FE-AEBE-05C2252E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답을 모르면 함께 확인할 질문으로 남겨요.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2E613-E82B-47E1-89AF-F85AAA32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80882017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401FB-3039-4765-8899-AF07B67B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B78A9-172A-4491-AB1C-5638679F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개인 퀴즈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485B2-FFC9-46C6-B6B5-BAEA8AB1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친구의 답을 옮기기 전에 각자 생각해요.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ECEFF-3E93-48D0-BDE9-6BD675C6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필요하면 해설을 다시 읽거나 들어요.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BFD61-7633-4F30-AC28-F74D993C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정답과 함께 어느 해설이 근거였는지 적어요.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C1E72-24DA-4551-B93E-9C9171F1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10749460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A2FB1-9BCA-4EE5-B557-D609C54F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F7E9F-B6B9-4BF4-BA69-8A2791F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답을 비교하는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386CE-85E6-485B-BA97-2A56C7B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답이 다르면 먼저 서로의 근거를 들어요.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A1991-9464-4188-861E-1B8634BB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원문과 해설을 비교해 바꿀 부분을 찾아요.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B617B-07F2-454E-8860-6D011445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많이 선택한 답이 자동으로 정답이 되는 것은 아니에요.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B95AF-B6CE-4E91-A0FC-5C3185B1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03442133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3ABE5-BFE3-4567-BCD3-48DB3A5B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62C85-98F7-46FA-A085-988CB426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그래프와 박물관 돌아보기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7345A-412C-4020-B01B-5A505A65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학급 그래프는 우리가 조사한 문장 수를 보여 줬어요.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DA049-15CC-4524-9B88-0FFBB904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전시에서는 그 문장의 구체적인 뜻을 설명했어요.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0E69E-F0C8-464F-8F3C-D1D9AA11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개수가 많은 내용과 내가 새롭게 배운 내용은 같았나요?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ABDE2-21D6-411E-9D6B-7E81EFB2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4063862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B2015-8F8C-4A70-A7D1-79CF1CB1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02AE0-FE58-448D-B629-7B9A0EBA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처음 생각과 지금 생각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92E6A-34E7-4296-894C-FF4BA35F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처음 믿었던 AI 설명을 다시 읽어요.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F4F61-D3AE-40AE-971B-6BA1468C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자료를 읽고 어떤 표현을 고쳤는지 말해요.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7DB13-4A77-4B8D-8CAD-F3637A3C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앞으로 AI 답을 확인할 방법을 하나 정해요.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B0504-3F78-4939-86D6-110E106F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39842553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882E8-3BD3-4B81-AD46-3481F9AB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BA486-4D7C-4557-BF5B-152597C9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공개수업으로 더 탐구하기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D4AC1-E638-4D19-B306-BDE8F260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별도의 공개수업에서는 세종 때 과학 유물 AR 카드를 사용해요.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43544-6C4D-4D69-99B0-BFFC1499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카드의 OX 문제를 먼저 풀고 AI의 답과 자료를 비교해요.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5F524-553A-475A-BC96-C070509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채택·직접 수정·제외 중 판단과 이유를 설명해요.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808B8-476F-4E88-9C57-2458343A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165796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2026-10-21T01:18:32.1120000Z</dcterms:created>
  <dcterms:modified xsi:type="dcterms:W3CDTF">2026-10-21T01:18:32.1120000Z</dcterms:modified>
</coreProperties>
</file>