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dbf0f9735a4e4b" /><Relationship Type="http://schemas.openxmlformats.org/officeDocument/2006/relationships/extended-properties" Target="/docProps/app.xml" Id="R9064e1c971514c13" /><Relationship Type="http://schemas.openxmlformats.org/officeDocument/2006/relationships/officeDocument" Target="/ppt/presentation.xml" Id="R166316462e0543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d854a68cd24c04"/>
  </p:sldMasterIdLst>
  <p:notesMasterIdLst>
    <p:notesMasterId xmlns:r="http://schemas.openxmlformats.org/officeDocument/2006/relationships" r:id="R60fc2e485ca34ef5"/>
  </p:notesMasterIdLst>
  <p:sldIdLst>
    <p:sldId xmlns:r="http://schemas.openxmlformats.org/officeDocument/2006/relationships" id="256" r:id="R8e8bca36d03742d0"/>
    <p:sldId xmlns:r="http://schemas.openxmlformats.org/officeDocument/2006/relationships" id="257" r:id="R172bb2aa62814e2d"/>
    <p:sldId xmlns:r="http://schemas.openxmlformats.org/officeDocument/2006/relationships" id="258" r:id="R9a43a3f0b7b54ab4"/>
    <p:sldId xmlns:r="http://schemas.openxmlformats.org/officeDocument/2006/relationships" id="259" r:id="R7a4dbe72ba154b93"/>
    <p:sldId xmlns:r="http://schemas.openxmlformats.org/officeDocument/2006/relationships" id="260" r:id="R89a9878290744aa3"/>
    <p:sldId xmlns:r="http://schemas.openxmlformats.org/officeDocument/2006/relationships" id="261" r:id="R668e448a61724cf9"/>
    <p:sldId xmlns:r="http://schemas.openxmlformats.org/officeDocument/2006/relationships" id="262" r:id="R5b6948f7ff934603"/>
    <p:sldId xmlns:r="http://schemas.openxmlformats.org/officeDocument/2006/relationships" id="263" r:id="R4ad56e3c27b74d28"/>
    <p:sldId xmlns:r="http://schemas.openxmlformats.org/officeDocument/2006/relationships" id="264" r:id="R025222684f0c42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08fdc86a0d47ed" /><Relationship Type="http://schemas.openxmlformats.org/officeDocument/2006/relationships/slideMaster" Target="/ppt/slideMasters/slideMaster1.xml" Id="R75d854a68cd24c04" /><Relationship Type="http://schemas.openxmlformats.org/officeDocument/2006/relationships/notesMaster" Target="/ppt/notesMasters/notesMaster1.xml" Id="R60fc2e485ca34ef5" /><Relationship Type="http://schemas.openxmlformats.org/officeDocument/2006/relationships/presProps" Target="/ppt/presProps.xml" Id="Rca85d669b2264493" /><Relationship Type="http://schemas.openxmlformats.org/officeDocument/2006/relationships/tableStyles" Target="/ppt/tableStyles.xml" Id="R86e5856cfc834e01" /><Relationship Type="http://schemas.openxmlformats.org/officeDocument/2006/relationships/slide" Target="/ppt/slides/slide1.xml" Id="R8e8bca36d03742d0" /><Relationship Type="http://schemas.openxmlformats.org/officeDocument/2006/relationships/slide" Target="/ppt/slides/slide2.xml" Id="R172bb2aa62814e2d" /><Relationship Type="http://schemas.openxmlformats.org/officeDocument/2006/relationships/slide" Target="/ppt/slides/slide3.xml" Id="R9a43a3f0b7b54ab4" /><Relationship Type="http://schemas.openxmlformats.org/officeDocument/2006/relationships/slide" Target="/ppt/slides/slide4.xml" Id="R7a4dbe72ba154b93" /><Relationship Type="http://schemas.openxmlformats.org/officeDocument/2006/relationships/slide" Target="/ppt/slides/slide5.xml" Id="R89a9878290744aa3" /><Relationship Type="http://schemas.openxmlformats.org/officeDocument/2006/relationships/slide" Target="/ppt/slides/slide6.xml" Id="R668e448a61724cf9" /><Relationship Type="http://schemas.openxmlformats.org/officeDocument/2006/relationships/slide" Target="/ppt/slides/slide7.xml" Id="R5b6948f7ff934603" /><Relationship Type="http://schemas.openxmlformats.org/officeDocument/2006/relationships/slide" Target="/ppt/slides/slide8.xml" Id="R4ad56e3c27b74d28" /><Relationship Type="http://schemas.openxmlformats.org/officeDocument/2006/relationships/slide" Target="/ppt/slides/slide9.xml" Id="R025222684f0c42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c9b2fcadd445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61fd1cb6b142c5" /><Relationship Type="http://schemas.openxmlformats.org/officeDocument/2006/relationships/notesMaster" Target="/ppt/notesMasters/notesMaster1.xml" Id="Ra1f21bd558fe46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d9ae4a1cf845ce" /><Relationship Type="http://schemas.openxmlformats.org/officeDocument/2006/relationships/notesMaster" Target="/ppt/notesMasters/notesMaster1.xml" Id="Rbb4abbb6541445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452e567bdb47e7" /><Relationship Type="http://schemas.openxmlformats.org/officeDocument/2006/relationships/notesMaster" Target="/ppt/notesMasters/notesMaster1.xml" Id="R6d2cf7f3efa64d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0eeefabf694ea5" /><Relationship Type="http://schemas.openxmlformats.org/officeDocument/2006/relationships/notesMaster" Target="/ppt/notesMasters/notesMaster1.xml" Id="R065efbd1288c43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ffb62e36d2447c" /><Relationship Type="http://schemas.openxmlformats.org/officeDocument/2006/relationships/notesMaster" Target="/ppt/notesMasters/notesMaster1.xml" Id="Rf2ec0c25769f4c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34bdda23d3484e" /><Relationship Type="http://schemas.openxmlformats.org/officeDocument/2006/relationships/notesMaster" Target="/ppt/notesMasters/notesMaster1.xml" Id="Rf60f82eb39cb4f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f4bdf29aef4fb7" /><Relationship Type="http://schemas.openxmlformats.org/officeDocument/2006/relationships/notesMaster" Target="/ppt/notesMasters/notesMaster1.xml" Id="R890ed43483dc4b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f9e133d7874468" /><Relationship Type="http://schemas.openxmlformats.org/officeDocument/2006/relationships/notesMaster" Target="/ppt/notesMasters/notesMaster1.xml" Id="Rd56166e489c341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b0f9d35b1c745dd" /><Relationship Type="http://schemas.openxmlformats.org/officeDocument/2006/relationships/notesMaster" Target="/ppt/notesMasters/notesMaster1.xml" Id="R7aff6a20880647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한 행에 한 가지 사실을 놓고 분류·중복·출처를 점검할 수 있어요.</a:t>
            </a:r>
          </a:p>
          <a:p xmlns:a="http://schemas.openxmlformats.org/drawingml/2006/main">
            <a:r>
              <a:t>운영: 되짚기 5분 · 표 연습 10분 · 정리와 정제 20분 · 제출 5분</a:t>
            </a:r>
          </a:p>
          <a:p xmlns:a="http://schemas.openxmlformats.org/drawingml/2006/main">
            <a:r>
              <a:t>활동지: 표로 옮기기, 정제 점검, 학급 표 준비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한 행에 한 가지 사실을 놓고 분류·중복·출처를 점검할 수 있어요.</a:t>
            </a:r>
          </a:p>
          <a:p xmlns:a="http://schemas.openxmlformats.org/drawingml/2006/main">
            <a:r>
              <a:t>운영: 되짚기 5분 · 표 연습 10분 · 정리와 정제 20분 · 제출 5분</a:t>
            </a:r>
          </a:p>
          <a:p xmlns:a="http://schemas.openxmlformats.org/drawingml/2006/main">
            <a:r>
              <a:t>활동지: 표로 옮기기, 정제 점검, 학급 표 준비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한 행에 한 가지 사실을 놓고 분류·중복·출처를 점검할 수 있어요.</a:t>
            </a:r>
          </a:p>
          <a:p xmlns:a="http://schemas.openxmlformats.org/drawingml/2006/main">
            <a:r>
              <a:t>운영: 되짚기 5분 · 표 연습 10분 · 정리와 정제 20분 · 제출 5분</a:t>
            </a:r>
          </a:p>
          <a:p xmlns:a="http://schemas.openxmlformats.org/drawingml/2006/main">
            <a:r>
              <a:t>활동지: 표로 옮기기, 정제 점검, 학급 표 준비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한 행에 한 가지 사실을 놓고 분류·중복·출처를 점검할 수 있어요.</a:t>
            </a:r>
          </a:p>
          <a:p xmlns:a="http://schemas.openxmlformats.org/drawingml/2006/main">
            <a:r>
              <a:t>운영: 되짚기 5분 · 표 연습 10분 · 정리와 정제 20분 · 제출 5분</a:t>
            </a:r>
          </a:p>
          <a:p xmlns:a="http://schemas.openxmlformats.org/drawingml/2006/main">
            <a:r>
              <a:t>활동지: 표로 옮기기, 정제 점검, 학급 표 준비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한 행에 한 가지 사실을 놓고 분류·중복·출처를 점검할 수 있어요.</a:t>
            </a:r>
          </a:p>
          <a:p xmlns:a="http://schemas.openxmlformats.org/drawingml/2006/main">
            <a:r>
              <a:t>운영: 되짚기 5분 · 표 연습 10분 · 정리와 정제 20분 · 제출 5분</a:t>
            </a:r>
          </a:p>
          <a:p xmlns:a="http://schemas.openxmlformats.org/drawingml/2006/main">
            <a:r>
              <a:t>활동지: 표로 옮기기, 정제 점검, 학급 표 준비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한 행에 한 가지 사실을 놓고 분류·중복·출처를 점검할 수 있어요.</a:t>
            </a:r>
          </a:p>
          <a:p xmlns:a="http://schemas.openxmlformats.org/drawingml/2006/main">
            <a:r>
              <a:t>운영: 되짚기 5분 · 표 연습 10분 · 정리와 정제 20분 · 제출 5분</a:t>
            </a:r>
          </a:p>
          <a:p xmlns:a="http://schemas.openxmlformats.org/drawingml/2006/main">
            <a:r>
              <a:t>활동지: 표로 옮기기, 정제 점검, 학급 표 준비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한 행에 한 가지 사실을 놓고 분류·중복·출처를 점검할 수 있어요.</a:t>
            </a:r>
          </a:p>
          <a:p xmlns:a="http://schemas.openxmlformats.org/drawingml/2006/main">
            <a:r>
              <a:t>운영: 되짚기 5분 · 표 연습 10분 · 정리와 정제 20분 · 제출 5분</a:t>
            </a:r>
          </a:p>
          <a:p xmlns:a="http://schemas.openxmlformats.org/drawingml/2006/main">
            <a:r>
              <a:t>활동지: 표로 옮기기, 정제 점검, 학급 표 준비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한 행에 한 가지 사실을 놓고 분류·중복·출처를 점검할 수 있어요.</a:t>
            </a:r>
          </a:p>
          <a:p xmlns:a="http://schemas.openxmlformats.org/drawingml/2006/main">
            <a:r>
              <a:t>운영: 되짚기 5분 · 표 연습 10분 · 정리와 정제 20분 · 제출 5분</a:t>
            </a:r>
          </a:p>
          <a:p xmlns:a="http://schemas.openxmlformats.org/drawingml/2006/main">
            <a:r>
              <a:t>활동지: 표로 옮기기, 정제 점검, 학급 표 준비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한 행에 한 가지 사실을 놓고 분류·중복·출처를 점검할 수 있어요.</a:t>
            </a:r>
          </a:p>
          <a:p xmlns:a="http://schemas.openxmlformats.org/drawingml/2006/main">
            <a:r>
              <a:t>운영: 되짚기 5분 · 표 연습 10분 · 정리와 정제 20분 · 제출 5분</a:t>
            </a:r>
          </a:p>
          <a:p xmlns:a="http://schemas.openxmlformats.org/drawingml/2006/main">
            <a:r>
              <a:t>활동지: 표로 옮기기, 정제 점검, 학급 표 준비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14f9ee7b8a448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cce34fc4a1423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a02b277f404bc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da77124ad7421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c9bd07ff994a6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79c6a1637b4b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1D194D7-9C4A-4BF6-90AE-1E9A292FCC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2CA7E8B-3D3A-4B05-B7C5-4C9118E98F5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D15577A-AEF3-4BBF-999B-6547B88DF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295EB1-86BB-4010-8C0A-C84AEA1F4B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6E73409-0225-4866-8681-E9676D358B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E058B61-B9F4-4A4A-95FF-4B2657FBC2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B842B69-8D01-4200-AE7A-80AC7A445E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D1E38E3-1D58-4BF2-B5B8-0B17A06ED86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A46413-B544-4814-B0C7-4BA4839B0F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A55FEDF-DC2E-4842-B598-AAA7C1D259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d5aa5c43894306" /><Relationship Type="http://schemas.openxmlformats.org/officeDocument/2006/relationships/slideLayout" Target="/ppt/slideLayouts/slideLayout1.xml" Id="R42fc54bdf150440e" /><Relationship Type="http://schemas.openxmlformats.org/officeDocument/2006/relationships/slideLayout" Target="/ppt/slideLayouts/slideLayout2.xml" Id="Re6e0b2040a1646b1" /><Relationship Type="http://schemas.openxmlformats.org/officeDocument/2006/relationships/slideLayout" Target="/ppt/slideLayouts/slideLayout3.xml" Id="R244f6e23e6444510" /><Relationship Type="http://schemas.openxmlformats.org/officeDocument/2006/relationships/slideLayout" Target="/ppt/slideLayouts/slideLayout4.xml" Id="R851d635579234470" /><Relationship Type="http://schemas.openxmlformats.org/officeDocument/2006/relationships/slideLayout" Target="/ppt/slideLayouts/slideLayout5.xml" Id="Rca3aa82572a04402" /><Relationship Type="http://schemas.openxmlformats.org/officeDocument/2006/relationships/slideLayout" Target="/ppt/slideLayouts/slideLayout6.xml" Id="R751fcff6a6144f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fc54bdf150440e"/>
    <p:sldLayoutId xmlns:r="http://schemas.openxmlformats.org/officeDocument/2006/relationships" id="2147483650" r:id="Re6e0b2040a1646b1"/>
    <p:sldLayoutId xmlns:r="http://schemas.openxmlformats.org/officeDocument/2006/relationships" id="2147483651" r:id="R244f6e23e6444510"/>
    <p:sldLayoutId xmlns:r="http://schemas.openxmlformats.org/officeDocument/2006/relationships" id="2147483652" r:id="R851d635579234470"/>
    <p:sldLayoutId xmlns:r="http://schemas.openxmlformats.org/officeDocument/2006/relationships" id="2147483653" r:id="Rca3aa82572a04402"/>
    <p:sldLayoutId xmlns:r="http://schemas.openxmlformats.org/officeDocument/2006/relationships" id="2147483654" r:id="R751fcff6a6144f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13c16e03b04380" /><Relationship Type="http://schemas.openxmlformats.org/officeDocument/2006/relationships/notesSlide" Target="/ppt/notesSlides/notesSlide1.xml" Id="R722bf0907bd140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857724c0c54a84" /><Relationship Type="http://schemas.openxmlformats.org/officeDocument/2006/relationships/notesSlide" Target="/ppt/notesSlides/notesSlide2.xml" Id="Rf6359a93b5424e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e4d5444cfa4819" /><Relationship Type="http://schemas.openxmlformats.org/officeDocument/2006/relationships/notesSlide" Target="/ppt/notesSlides/notesSlide3.xml" Id="Re785201a21c54a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2848b9b27c4e6d" /><Relationship Type="http://schemas.openxmlformats.org/officeDocument/2006/relationships/notesSlide" Target="/ppt/notesSlides/notesSlide4.xml" Id="R9f3df0b7588540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446d8aef2c41fe" /><Relationship Type="http://schemas.openxmlformats.org/officeDocument/2006/relationships/notesSlide" Target="/ppt/notesSlides/notesSlide5.xml" Id="Redfd69a250d146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b06fe929cd45cd" /><Relationship Type="http://schemas.openxmlformats.org/officeDocument/2006/relationships/notesSlide" Target="/ppt/notesSlides/notesSlide6.xml" Id="R948c560820d74d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b89b786e5b4f70" /><Relationship Type="http://schemas.openxmlformats.org/officeDocument/2006/relationships/notesSlide" Target="/ppt/notesSlides/notesSlide7.xml" Id="R211adc6fdf1f49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25a8e6376c4be8" /><Relationship Type="http://schemas.openxmlformats.org/officeDocument/2006/relationships/notesSlide" Target="/ppt/notesSlides/notesSlide8.xml" Id="Ree8fde3f6c404c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c76fbae92445dd" /><Relationship Type="http://schemas.openxmlformats.org/officeDocument/2006/relationships/notesSlide" Target="/ppt/notesSlides/notesSlide9.xml" Id="R0482873148a341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138C33-2028-4B1B-868C-C8E72D4F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2차시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9A0DAA-38D1-4EA3-98DB-AE405550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문장을 표로 정리하고 정제하기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794A92-6DE4-4A3D-952A-5422AEF6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한 행에 한 가지 사실을 놓고 분류·중복·출처를 점검할 수 있어요.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788671-4E35-49B8-9151-C2195854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되짚기 5분 · 표 연습 10분 · 정리와 정제 20분 · 제출 5분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7208B6-0383-48F5-AD0A-10349EA5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629083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5D2BC9-D50B-4B66-9996-0015208C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2차시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39E9D-C076-493F-844E-FD0278F5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지난 시간 자료부터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926B8D-ED50-43C5-9452-DE29F11F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1차시의 근거 문장과 출처 목록을 펼쳐요.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360FC2-9654-4728-81C9-57D49165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확인한 문장과 판단을 보류한 문장을 구분해요.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8E6415-E52B-442D-8E53-BB7CD1AE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확인한 문장만 이번 학급 집계에 넣어요.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F83987-60CB-4520-9ABE-49482F1A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316734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1E7CEC-6EC1-408D-A101-626E3DF5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2차시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871D63-849E-40A1-B890-5D8C084A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행과 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300266-728C-45D4-A874-FDBAB772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한 행에는 서로 다른 사실 하나가 들어가요.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F5B919-E642-4C33-B1EB-60D4B493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열은 모둠, 유산, 이야기종류, 핵심내용, 출처번호로 맞춰요.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4EB03-7B98-4AC8-9041-636C11AB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출처번호는 2-1처럼 모둠 번호와 순서를 함께 써요.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55752F-A883-4EBC-A37E-A135CEC6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924186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4134EB-00E3-421D-80FE-3BFCD4D3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2차시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516A40-5416-4541-898A-46C1EA7F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한 문장을 나누는 연습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B1C01-E499-454E-A23E-55273DB9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“실록은 임금이 세상을 떠난 뒤 편찬했고 여러 사고에 나누어 보관했다.”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EA510B-07C9-46BB-A0A4-CA5C18DE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편찬 시기와 보관 방법은 서로 다른 사실이에요.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62E347-30D2-4485-A464-929D34DC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두 행으로 나누고 각각 같은 출처번호를 연결할 수 있어요.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ECD25E-06CE-409D-A4E9-088F4813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169293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8C0555-3D13-4910-A271-DA6A6072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2차시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39ECB2-BEF7-4624-9011-CA4DAFBA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분류 이름은 함께 정해요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A7E708-BFD2-4CDE-BF23-F5B044DD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언제·어디: 시기나 장소를 설명해요.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F16BC7-19F5-41D8-A6F8-036A0FD4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재료·방법, 생김새, 쓰임·생활도 같은 이름으로 사용해요.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565D6-B710-47ED-ABEF-56E8BEA1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한 행의 중심 내용에 맞는 종류 하나를 고르고 이유를 말해요.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5A3670-18A3-4611-B2D2-2BC84F6D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910211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4A411-6FC1-46E4-B5AB-0EBAD9C7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2차시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6B22FE-2E84-4D2A-B3C2-BD12834F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중복을 찾는 연습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842412-C318-4424-A187-7CA4CE31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“실록을 여러 사고에 보관했다.”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42978C-BB2E-4C51-8757-0173E30F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“실록은 보관소 여러 곳에 나누어 두었다.”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ED5718-9DE2-484A-B0B2-CF3FC54B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말이 달라도 같은 사실이므로 한 행으로 합쳐요.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F3492-2134-4117-9F56-F5D95140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786219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A9B163-277C-476A-8759-E3C93307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2차시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F9067D-A81C-48ED-8610-163C2294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빈칸을 다루는 방법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E924CB-E6CE-4005-AF31-5B6BE8DA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출처가 없으면 원문을 다시 찾아요.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AC7F98-F726-4FF0-A2DE-5C95E637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끝내 확인하지 못하면 보류 목록에 두고 집계에서 빼요.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00A0EA-BD4F-474E-BA24-3060F719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생각나는 값을 임의로 넣어 완성하지 않아요.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2B7A49-BD6E-4728-A49B-E5821026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799696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8B3C2C-469E-4A18-A838-7B1FD1AF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2차시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D5FB7E-A6BB-4797-928C-BF1A3884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모둠 표 점검 20분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552DBD-B3A3-44CC-89F7-3511D4EB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모든 행을 읽고 한 사실인지 확인해요.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73F93-72C8-43A9-99DB-A1BE1E76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같은 사실과 분류 이름을 맞추고 출처번호를 검사해요.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5C217-ABF4-4FE5-AC20-EFE4EE64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최종 표와 출처 목록을 선생님께 함께 제출해요.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676552-3F26-4355-9E04-4EB090B6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034315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C206B9-848F-4CB1-83C3-625FD4B5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2차시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307771-AD8D-4DC2-8D09-DF93F78E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학급 통합 준비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75D6F5-6088-49AA-ACAD-F3A5B6A0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여섯 모둠은 같은 열 이름을 사용했나요?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742CB2-DD5A-4DBF-9EC5-ACE04A6D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우리 모둠 행 수를 세어 제출 표에 적어요.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B6F7D9-65D9-42D8-8FC6-981DD188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다음 시간에는 ‘모둠 파일 합치기’로 행을 합쳐 그래프 하나를 만들어요.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B4E626-17B5-452B-BB95-31710D81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245249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2026-10-21T01:18:38.2920000Z</dcterms:created>
  <dcterms:modified xsi:type="dcterms:W3CDTF">2026-10-21T01:18:38.2920000Z</dcterms:modified>
</coreProperties>
</file>